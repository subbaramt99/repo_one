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8" r:id="rId3"/>
    <p:sldId id="266" r:id="rId4"/>
    <p:sldId id="267" r:id="rId5"/>
    <p:sldId id="265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Cucumber Integration with Playwright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9277"/>
            <a:ext cx="88266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/>
            </a:pPr>
            <a:r>
              <a:rPr lang="en-US" dirty="0"/>
              <a:t>What is Cucumber?</a:t>
            </a:r>
          </a:p>
          <a:p>
            <a:pPr>
              <a:defRPr sz="1400"/>
            </a:pPr>
            <a:r>
              <a:rPr lang="en-US" dirty="0"/>
              <a:t> • BDD framework using Gherkin syntax (Given-When-Then).</a:t>
            </a:r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r>
              <a:rPr lang="en-US" dirty="0"/>
              <a:t>Why Integrate with Playwright?</a:t>
            </a:r>
          </a:p>
          <a:p>
            <a:pPr>
              <a:defRPr sz="1400"/>
            </a:pPr>
            <a:r>
              <a:rPr lang="en-US" dirty="0"/>
              <a:t> • Combine Cucumber’s BDD + Playwright’s E2E automation.</a:t>
            </a:r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r>
              <a:rPr lang="en-US" dirty="0"/>
              <a:t>Benefits:</a:t>
            </a:r>
          </a:p>
          <a:p>
            <a:pPr>
              <a:defRPr sz="1400"/>
            </a:pPr>
            <a:r>
              <a:rPr lang="en-US" dirty="0"/>
              <a:t> • Human-readable tests (business + QA collaboration).</a:t>
            </a:r>
          </a:p>
          <a:p>
            <a:pPr>
              <a:defRPr sz="1400"/>
            </a:pPr>
            <a:r>
              <a:rPr lang="en-US" dirty="0"/>
              <a:t> • Powerful browser automation with Playwright.</a:t>
            </a:r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22BC0-90A2-653D-D234-80241BE54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826600" cy="602700"/>
          </a:xfrm>
        </p:spPr>
        <p:txBody>
          <a:bodyPr/>
          <a:lstStyle/>
          <a:p>
            <a:r>
              <a:rPr lang="en-US" dirty="0">
                <a:latin typeface="+mn-lt"/>
              </a:rPr>
              <a:t>Cucumber + 🎭 Playwright Integration (JavaScript)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F17D6A3-CAB2-FE92-B7D8-13B8E690C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101" y="744884"/>
            <a:ext cx="8717797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n-lt"/>
              </a:rPr>
              <a:t>Install dependencies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n-lt"/>
              </a:rPr>
              <a:t>npm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n-lt"/>
              </a:rPr>
              <a:t> init -y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2"/>
                </a:solidFill>
                <a:effectLst/>
                <a:latin typeface="+mn-lt"/>
              </a:rPr>
              <a:t>npm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+mn-lt"/>
              </a:rPr>
              <a:t> install @cucumber/cucumber playwright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b="1" dirty="0">
                <a:latin typeface="+mn-lt"/>
              </a:rPr>
              <a:t>Project Structure</a:t>
            </a:r>
            <a:endParaRPr lang="en-US" altLang="en-US" b="1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project-root/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├── features/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│   └── </a:t>
            </a:r>
            <a:r>
              <a:rPr lang="en-US" altLang="en-US" dirty="0" err="1">
                <a:solidFill>
                  <a:schemeClr val="bg2"/>
                </a:solidFill>
                <a:latin typeface="+mn-lt"/>
              </a:rPr>
              <a:t>login.feature</a:t>
            </a:r>
            <a:endParaRPr lang="en-US" altLang="en-US" dirty="0">
              <a:solidFill>
                <a:schemeClr val="bg2"/>
              </a:solidFill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├── steps/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│   └── login.steps.js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├── cucumber.js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 dirty="0">
                <a:solidFill>
                  <a:schemeClr val="bg2"/>
                </a:solidFill>
                <a:latin typeface="+mn-lt"/>
              </a:rPr>
              <a:t>Cucumber Config (cucumber.js)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 err="1">
                <a:solidFill>
                  <a:schemeClr val="bg2"/>
                </a:solidFill>
                <a:latin typeface="+mn-lt"/>
              </a:rPr>
              <a:t>module.exports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= {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  default: `--require ./steps/**/*.</a:t>
            </a:r>
            <a:r>
              <a:rPr lang="en-US" altLang="en-US" dirty="0" err="1">
                <a:solidFill>
                  <a:schemeClr val="bg2"/>
                </a:solidFill>
                <a:latin typeface="+mn-lt"/>
              </a:rPr>
              <a:t>js</a:t>
            </a:r>
            <a:r>
              <a:rPr lang="en-US" altLang="en-US" dirty="0">
                <a:solidFill>
                  <a:schemeClr val="bg2"/>
                </a:solidFill>
                <a:latin typeface="+mn-lt"/>
              </a:rPr>
              <a:t> ./features/**/*.feature`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bg2"/>
                </a:solidFill>
                <a:latin typeface="+mn-lt"/>
              </a:rPr>
              <a:t>};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C8DF5F-A27F-4CB3-BB47-C62DF3261E09}"/>
              </a:ext>
            </a:extLst>
          </p:cNvPr>
          <p:cNvSpPr txBox="1"/>
          <p:nvPr/>
        </p:nvSpPr>
        <p:spPr>
          <a:xfrm>
            <a:off x="98250" y="776010"/>
            <a:ext cx="8828774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n-lt"/>
              </a:rPr>
              <a:t>Feature File (features/</a:t>
            </a:r>
            <a:r>
              <a:rPr lang="en-US" b="1" dirty="0" err="1">
                <a:latin typeface="+mn-lt"/>
              </a:rPr>
              <a:t>login.feature</a:t>
            </a:r>
            <a:r>
              <a:rPr lang="en-US" b="1" dirty="0">
                <a:latin typeface="+mn-lt"/>
              </a:rPr>
              <a:t>)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Feature: Login Functionality</a:t>
            </a:r>
          </a:p>
          <a:p>
            <a:endParaRPr lang="en-US" dirty="0">
              <a:latin typeface="+mn-lt"/>
            </a:endParaRPr>
          </a:p>
          <a:p>
            <a:r>
              <a:rPr lang="en-US" dirty="0">
                <a:latin typeface="+mn-lt"/>
              </a:rPr>
              <a:t>  Scenario: User can log in successfully</a:t>
            </a:r>
          </a:p>
          <a:p>
            <a:r>
              <a:rPr lang="en-US" dirty="0">
                <a:latin typeface="+mn-lt"/>
              </a:rPr>
              <a:t>    Given user is on the login page</a:t>
            </a:r>
          </a:p>
          <a:p>
            <a:r>
              <a:rPr lang="en-US" dirty="0">
                <a:latin typeface="+mn-lt"/>
              </a:rPr>
              <a:t>    When user enters valid credentials</a:t>
            </a:r>
          </a:p>
          <a:p>
            <a:r>
              <a:rPr lang="en-US" dirty="0">
                <a:latin typeface="+mn-lt"/>
              </a:rPr>
              <a:t>    Then user should see the dashboard</a:t>
            </a:r>
          </a:p>
          <a:p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Run Tests</a:t>
            </a:r>
          </a:p>
          <a:p>
            <a:endParaRPr lang="en-US" b="1" dirty="0">
              <a:latin typeface="+mn-lt"/>
            </a:endParaRPr>
          </a:p>
          <a:p>
            <a:r>
              <a:rPr lang="en-US" dirty="0">
                <a:latin typeface="+mn-lt"/>
              </a:rPr>
              <a:t>	</a:t>
            </a:r>
            <a:r>
              <a:rPr lang="en-US" dirty="0" err="1">
                <a:latin typeface="+mn-lt"/>
              </a:rPr>
              <a:t>npx</a:t>
            </a:r>
            <a:r>
              <a:rPr lang="en-US" dirty="0">
                <a:latin typeface="+mn-lt"/>
              </a:rPr>
              <a:t> cucumber-</a:t>
            </a:r>
            <a:r>
              <a:rPr lang="en-US" dirty="0" err="1">
                <a:latin typeface="+mn-lt"/>
              </a:rPr>
              <a:t>js</a:t>
            </a:r>
            <a:endParaRPr lang="en-US" dirty="0">
              <a:latin typeface="+mn-lt"/>
            </a:endParaRP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00372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8063" y="843776"/>
            <a:ext cx="870787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rPr lang="en-US" dirty="0"/>
              <a:t>Config (cucumber.js):</a:t>
            </a:r>
          </a:p>
          <a:p>
            <a:pPr>
              <a:defRPr sz="1400"/>
            </a:pPr>
            <a:r>
              <a:rPr lang="en-US" dirty="0"/>
              <a:t> </a:t>
            </a:r>
            <a:r>
              <a:rPr lang="en-US" dirty="0" err="1"/>
              <a:t>module.exports</a:t>
            </a:r>
            <a:r>
              <a:rPr lang="en-US" dirty="0"/>
              <a:t> = {</a:t>
            </a:r>
          </a:p>
          <a:p>
            <a:pPr>
              <a:defRPr sz="1400"/>
            </a:pPr>
            <a:r>
              <a:rPr lang="en-US" dirty="0"/>
              <a:t>   default: '--require ./steps/**/*.</a:t>
            </a:r>
            <a:r>
              <a:rPr lang="en-US" dirty="0" err="1"/>
              <a:t>js</a:t>
            </a:r>
            <a:r>
              <a:rPr lang="en-US" dirty="0"/>
              <a:t> ./features/**/*.feature'</a:t>
            </a:r>
          </a:p>
          <a:p>
            <a:pPr>
              <a:defRPr sz="1400"/>
            </a:pPr>
            <a:r>
              <a:rPr lang="en-US" dirty="0"/>
              <a:t> }</a:t>
            </a:r>
          </a:p>
          <a:p>
            <a:pPr>
              <a:defRPr sz="1400"/>
            </a:pPr>
            <a:endParaRPr lang="en-US" dirty="0"/>
          </a:p>
          <a:p>
            <a:pPr>
              <a:defRPr sz="1400"/>
            </a:pPr>
            <a:r>
              <a:rPr lang="en-US" dirty="0"/>
              <a:t>Example Step Definition:</a:t>
            </a:r>
          </a:p>
          <a:p>
            <a:pPr>
              <a:defRPr sz="1400"/>
            </a:pPr>
            <a:r>
              <a:rPr lang="en-US" dirty="0"/>
              <a:t> Given('user is on login page', async function () {</a:t>
            </a:r>
          </a:p>
          <a:p>
            <a:pPr>
              <a:defRPr sz="1400"/>
            </a:pPr>
            <a:r>
              <a:rPr lang="en-US" dirty="0"/>
              <a:t>   await </a:t>
            </a:r>
            <a:r>
              <a:rPr lang="en-US" dirty="0" err="1"/>
              <a:t>page.goto</a:t>
            </a:r>
            <a:r>
              <a:rPr lang="en-US" dirty="0"/>
              <a:t>('https://example.com/login');</a:t>
            </a:r>
          </a:p>
          <a:p>
            <a:pPr>
              <a:defRPr sz="1400"/>
            </a:pPr>
            <a:r>
              <a:rPr lang="en-US" dirty="0"/>
              <a:t> });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1211</TotalTime>
  <Words>239</Words>
  <Application>Microsoft Office PowerPoint</Application>
  <PresentationFormat>On-screen Show (16:9)</PresentationFormat>
  <Paragraphs>49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Roboto</vt:lpstr>
      <vt:lpstr>Arial</vt:lpstr>
      <vt:lpstr>Material</vt:lpstr>
      <vt:lpstr>Cucumber Integration with Playwright</vt:lpstr>
      <vt:lpstr>PowerPoint Presentation</vt:lpstr>
      <vt:lpstr>Cucumber + 🎭 Playwright Integration (JavaScript)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83</cp:revision>
  <dcterms:modified xsi:type="dcterms:W3CDTF">2025-08-26T09:36:11Z</dcterms:modified>
</cp:coreProperties>
</file>