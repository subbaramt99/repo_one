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65" r:id="rId4"/>
    <p:sldId id="266" r:id="rId5"/>
    <p:sldId id="267" r:id="rId6"/>
    <p:sldId id="269" r:id="rId7"/>
    <p:sldId id="270" r:id="rId8"/>
    <p:sldId id="271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Mocking &amp; Network Interception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Purpose of Mocking and Network Interception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9277"/>
            <a:ext cx="8826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In real-world testing, you often want to:</a:t>
            </a:r>
          </a:p>
          <a:p>
            <a:pPr lvl="1"/>
            <a:r>
              <a:rPr lang="en-US" dirty="0"/>
              <a:t>Avoid hitting live APIs</a:t>
            </a:r>
          </a:p>
          <a:p>
            <a:pPr lvl="1"/>
            <a:r>
              <a:rPr lang="en-US" dirty="0"/>
              <a:t>Control API responses</a:t>
            </a:r>
          </a:p>
          <a:p>
            <a:pPr lvl="1"/>
            <a:r>
              <a:rPr lang="en-US" dirty="0"/>
              <a:t>Simulate edge cases (timeouts, errors)</a:t>
            </a:r>
          </a:p>
          <a:p>
            <a:pPr lvl="1"/>
            <a:r>
              <a:rPr lang="en-US" dirty="0"/>
              <a:t>Test front-end behavior in isolation</a:t>
            </a:r>
          </a:p>
          <a:p>
            <a:pPr marL="0" indent="0">
              <a:buNone/>
            </a:pPr>
            <a:r>
              <a:rPr lang="en-US" dirty="0"/>
              <a:t>Playwright provides powerful APIs for intercepting network requests and mocking responses.</a:t>
            </a:r>
          </a:p>
          <a:p>
            <a:pPr lvl="1"/>
            <a:endParaRPr lang="en-US" dirty="0"/>
          </a:p>
          <a:p>
            <a:pPr marL="0" indent="0" algn="just">
              <a:buNone/>
            </a:pPr>
            <a:r>
              <a:rPr lang="en-US" b="1" dirty="0"/>
              <a:t>Core Concepts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Route Interception (</a:t>
            </a:r>
            <a:r>
              <a:rPr lang="en-US" b="1" dirty="0" err="1"/>
              <a:t>page.route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You can intercept a request before it reaches the server and:</a:t>
            </a:r>
          </a:p>
          <a:p>
            <a:pPr lvl="1"/>
            <a:r>
              <a:rPr lang="en-US" dirty="0"/>
              <a:t>Modify it</a:t>
            </a:r>
          </a:p>
          <a:p>
            <a:pPr lvl="1"/>
            <a:r>
              <a:rPr lang="en-US" dirty="0"/>
              <a:t>Block it</a:t>
            </a:r>
          </a:p>
          <a:p>
            <a:pPr lvl="1"/>
            <a:r>
              <a:rPr lang="en-US" dirty="0"/>
              <a:t>Mock a response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API Response Mocking (</a:t>
            </a:r>
            <a:r>
              <a:rPr lang="en-US" b="1" dirty="0" err="1"/>
              <a:t>route.fulfill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You can provide a fake/mock response directly to the client, without hitting the real backend.</a:t>
            </a:r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19050"/>
            <a:ext cx="870787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page.route</a:t>
            </a:r>
            <a:r>
              <a:rPr lang="en-US" dirty="0"/>
              <a:t>('**/</a:t>
            </a:r>
            <a:r>
              <a:rPr lang="en-US" dirty="0" err="1"/>
              <a:t>api</a:t>
            </a:r>
            <a:r>
              <a:rPr lang="en-US" dirty="0"/>
              <a:t>/users', async (route, request) =&gt; {</a:t>
            </a:r>
          </a:p>
          <a:p>
            <a:pPr marL="0" indent="0">
              <a:buNone/>
            </a:pPr>
            <a:r>
              <a:rPr lang="en-US" dirty="0"/>
              <a:t>  // Intercepting matching request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Playwright will match all requests to /</a:t>
            </a:r>
            <a:r>
              <a:rPr lang="en-US" dirty="0" err="1"/>
              <a:t>api</a:t>
            </a:r>
            <a:r>
              <a:rPr lang="en-US" dirty="0"/>
              <a:t>/users and run the handler.</a:t>
            </a:r>
          </a:p>
          <a:p>
            <a:pPr marL="0" indent="0">
              <a:buNone/>
            </a:pPr>
            <a:r>
              <a:rPr lang="en-US" dirty="0"/>
              <a:t>You can:</a:t>
            </a:r>
          </a:p>
          <a:p>
            <a:pPr lvl="1"/>
            <a:r>
              <a:rPr lang="en-US" dirty="0" err="1"/>
              <a:t>route.continue</a:t>
            </a:r>
            <a:r>
              <a:rPr lang="en-US" dirty="0"/>
              <a:t>() – allow the request as is</a:t>
            </a:r>
          </a:p>
          <a:p>
            <a:pPr lvl="1"/>
            <a:r>
              <a:rPr lang="en-US" dirty="0" err="1"/>
              <a:t>route.abort</a:t>
            </a:r>
            <a:r>
              <a:rPr lang="en-US" dirty="0"/>
              <a:t>() – cancel it</a:t>
            </a:r>
          </a:p>
          <a:p>
            <a:pPr lvl="1"/>
            <a:r>
              <a:rPr lang="en-US" dirty="0" err="1"/>
              <a:t>route.fulfill</a:t>
            </a:r>
            <a:r>
              <a:rPr lang="en-US" dirty="0"/>
              <a:t>() – mock a response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Mocking API Responses</a:t>
            </a:r>
          </a:p>
          <a:p>
            <a:pPr marL="0" indent="0">
              <a:buNone/>
            </a:pPr>
            <a:r>
              <a:rPr lang="en-US" b="1" dirty="0"/>
              <a:t>Example: Basic Mocking with </a:t>
            </a:r>
            <a:r>
              <a:rPr lang="en-US" b="1" dirty="0" err="1"/>
              <a:t>route.fulfill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test('mock users API', async ({ page }) =&gt; {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page.route</a:t>
            </a:r>
            <a:r>
              <a:rPr lang="en-US" dirty="0"/>
              <a:t>('**/</a:t>
            </a:r>
            <a:r>
              <a:rPr lang="en-US" dirty="0" err="1"/>
              <a:t>api</a:t>
            </a:r>
            <a:r>
              <a:rPr lang="en-US" dirty="0"/>
              <a:t>/users', async route =&gt; {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route.fulfill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  status: 200,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contentType</a:t>
            </a:r>
            <a:r>
              <a:rPr lang="en-US" dirty="0"/>
              <a:t>: 'application/</a:t>
            </a:r>
            <a:r>
              <a:rPr lang="en-US" dirty="0" err="1"/>
              <a:t>json</a:t>
            </a:r>
            <a:r>
              <a:rPr lang="en-US" dirty="0"/>
              <a:t>',</a:t>
            </a:r>
          </a:p>
          <a:p>
            <a:pPr marL="0" indent="0">
              <a:buNone/>
            </a:pPr>
            <a:r>
              <a:rPr lang="en-US" dirty="0"/>
              <a:t>      body: </a:t>
            </a:r>
            <a:r>
              <a:rPr lang="en-US" dirty="0" err="1"/>
              <a:t>JSON.stringify</a:t>
            </a:r>
            <a:r>
              <a:rPr lang="en-US" dirty="0"/>
              <a:t>([{ id: 1, name: 'John Doe' }]),</a:t>
            </a:r>
          </a:p>
          <a:p>
            <a:pPr marL="0" indent="0">
              <a:buNone/>
            </a:pPr>
            <a:r>
              <a:rPr lang="en-US" dirty="0"/>
              <a:t>    });</a:t>
            </a:r>
          </a:p>
          <a:p>
            <a:pPr marL="0" indent="0">
              <a:buNone/>
            </a:pPr>
            <a:r>
              <a:rPr lang="en-US" dirty="0"/>
              <a:t>  });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88112C09-E15F-F048-C60B-8D95C1243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How Interception 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25428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0" indent="0">
              <a:buNone/>
            </a:pPr>
            <a:r>
              <a:rPr lang="en-US" dirty="0"/>
              <a:t>  // App loads with mocked users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This prevents hitting real backend and returns your custom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Advanced Usage</a:t>
            </a:r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page.route</a:t>
            </a:r>
            <a:r>
              <a:rPr lang="en-US" dirty="0"/>
              <a:t>('**/</a:t>
            </a:r>
            <a:r>
              <a:rPr lang="en-US" dirty="0" err="1"/>
              <a:t>api</a:t>
            </a:r>
            <a:r>
              <a:rPr lang="en-US" dirty="0"/>
              <a:t>/users', async (route, request) =&gt; {</a:t>
            </a:r>
          </a:p>
          <a:p>
            <a:pPr marL="0" indent="0">
              <a:buNone/>
            </a:pPr>
            <a:r>
              <a:rPr lang="en-US" dirty="0"/>
              <a:t>  if (</a:t>
            </a:r>
            <a:r>
              <a:rPr lang="en-US" dirty="0" err="1"/>
              <a:t>request.method</a:t>
            </a:r>
            <a:r>
              <a:rPr lang="en-US" dirty="0"/>
              <a:t>() === 'GET') {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route.fulfill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  status: 200,</a:t>
            </a:r>
          </a:p>
          <a:p>
            <a:pPr marL="0" indent="0">
              <a:buNone/>
            </a:pPr>
            <a:r>
              <a:rPr lang="en-US" dirty="0"/>
              <a:t>      body: </a:t>
            </a:r>
            <a:r>
              <a:rPr lang="en-US" dirty="0" err="1"/>
              <a:t>JSON.stringify</a:t>
            </a:r>
            <a:r>
              <a:rPr lang="en-US" dirty="0"/>
              <a:t>([{ id: 2, name: 'Alice' }]),</a:t>
            </a:r>
          </a:p>
          <a:p>
            <a:pPr marL="0" indent="0">
              <a:buNone/>
            </a:pPr>
            <a:r>
              <a:rPr lang="en-US" dirty="0"/>
              <a:t>    });</a:t>
            </a:r>
          </a:p>
          <a:p>
            <a:pPr marL="0" indent="0">
              <a:buNone/>
            </a:pPr>
            <a:r>
              <a:rPr lang="en-US" dirty="0"/>
              <a:t>  } else {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route.continue</a:t>
            </a:r>
            <a:r>
              <a:rPr lang="en-US" dirty="0"/>
              <a:t>(); // Allow POST, PUT, etc.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309966" y="674176"/>
            <a:ext cx="8349712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EE931-E0B6-EA2B-4C2A-20ECB0357241}"/>
              </a:ext>
            </a:extLst>
          </p:cNvPr>
          <p:cNvSpPr txBox="1"/>
          <p:nvPr/>
        </p:nvSpPr>
        <p:spPr>
          <a:xfrm>
            <a:off x="309966" y="674176"/>
            <a:ext cx="849113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B. Block requests (e.g., analytics)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page.route</a:t>
            </a:r>
            <a:r>
              <a:rPr lang="en-US" dirty="0"/>
              <a:t>('**/google-analytics/**', route =&gt; </a:t>
            </a:r>
            <a:r>
              <a:rPr lang="en-US" dirty="0" err="1"/>
              <a:t>route.abort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b="1" dirty="0"/>
              <a:t>C. Modify requests on the fly</a:t>
            </a:r>
          </a:p>
          <a:p>
            <a:pPr marL="457200" lvl="1" indent="0">
              <a:buNone/>
            </a:pPr>
            <a:r>
              <a:rPr lang="en-US" dirty="0"/>
              <a:t>await </a:t>
            </a:r>
            <a:r>
              <a:rPr lang="en-US" dirty="0" err="1"/>
              <a:t>page.route</a:t>
            </a:r>
            <a:r>
              <a:rPr lang="en-US" dirty="0"/>
              <a:t>('**/</a:t>
            </a:r>
            <a:r>
              <a:rPr lang="en-US" dirty="0" err="1"/>
              <a:t>api</a:t>
            </a:r>
            <a:r>
              <a:rPr lang="en-US" dirty="0"/>
              <a:t>/data', async (route, request) =&gt; {</a:t>
            </a:r>
          </a:p>
          <a:p>
            <a:pPr marL="457200" lvl="1" indent="0">
              <a:buNone/>
            </a:pPr>
            <a:r>
              <a:rPr lang="en-US" dirty="0"/>
              <a:t>  const headers = {</a:t>
            </a:r>
          </a:p>
          <a:p>
            <a:pPr marL="457200" lvl="1" indent="0">
              <a:buNone/>
            </a:pPr>
            <a:r>
              <a:rPr lang="en-US" dirty="0"/>
              <a:t>    ...</a:t>
            </a:r>
            <a:r>
              <a:rPr lang="en-US" dirty="0" err="1"/>
              <a:t>request.headers</a:t>
            </a:r>
            <a:r>
              <a:rPr lang="en-US" dirty="0"/>
              <a:t>(),</a:t>
            </a:r>
          </a:p>
          <a:p>
            <a:pPr marL="457200" lvl="1" indent="0">
              <a:buNone/>
            </a:pPr>
            <a:r>
              <a:rPr lang="en-US" dirty="0"/>
              <a:t>    'Authorization': 'Bearer FAKE_TOKEN',</a:t>
            </a:r>
          </a:p>
          <a:p>
            <a:pPr marL="457200" lvl="1" indent="0">
              <a:buNone/>
            </a:pPr>
            <a:r>
              <a:rPr lang="en-US" dirty="0"/>
              <a:t>  };</a:t>
            </a:r>
          </a:p>
          <a:p>
            <a:pPr marL="457200" lvl="1" indent="0">
              <a:buNone/>
            </a:pPr>
            <a:r>
              <a:rPr lang="en-US" dirty="0"/>
              <a:t>  await </a:t>
            </a:r>
            <a:r>
              <a:rPr lang="en-US" dirty="0" err="1"/>
              <a:t>route.continue</a:t>
            </a:r>
            <a:r>
              <a:rPr lang="en-US" dirty="0"/>
              <a:t>({ headers });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CF99B6BF-6942-E09A-9381-856304F17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Mocking Error Scenarios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841F2-CD28-F2FB-DBD2-8560E0E06DD2}"/>
              </a:ext>
            </a:extLst>
          </p:cNvPr>
          <p:cNvSpPr txBox="1"/>
          <p:nvPr/>
        </p:nvSpPr>
        <p:spPr>
          <a:xfrm>
            <a:off x="234669" y="809205"/>
            <a:ext cx="662333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Timeout Simulation</a:t>
            </a:r>
          </a:p>
          <a:p>
            <a:pPr marL="457200" lvl="1" indent="0">
              <a:buNone/>
            </a:pPr>
            <a:r>
              <a:rPr lang="en-US" dirty="0"/>
              <a:t>await </a:t>
            </a:r>
            <a:r>
              <a:rPr lang="en-US" dirty="0" err="1"/>
              <a:t>page.route</a:t>
            </a:r>
            <a:r>
              <a:rPr lang="en-US" dirty="0"/>
              <a:t>('**/</a:t>
            </a:r>
            <a:r>
              <a:rPr lang="en-US" dirty="0" err="1"/>
              <a:t>api</a:t>
            </a:r>
            <a:r>
              <a:rPr lang="en-US" dirty="0"/>
              <a:t>/data', async route =&gt; {</a:t>
            </a:r>
          </a:p>
          <a:p>
            <a:pPr marL="457200" lvl="1" indent="0">
              <a:buNone/>
            </a:pPr>
            <a:r>
              <a:rPr lang="en-US" dirty="0"/>
              <a:t>  // Delay indefinitely</a:t>
            </a:r>
          </a:p>
          <a:p>
            <a:pPr marL="457200" lvl="1" indent="0">
              <a:buNone/>
            </a:pPr>
            <a:r>
              <a:rPr lang="en-US" dirty="0"/>
              <a:t>  await new Promise(() =&gt; {});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Server Error</a:t>
            </a:r>
          </a:p>
          <a:p>
            <a:pPr marL="457200" lvl="1" indent="0">
              <a:buNone/>
            </a:pPr>
            <a:r>
              <a:rPr lang="en-US" dirty="0"/>
              <a:t>await </a:t>
            </a:r>
            <a:r>
              <a:rPr lang="en-US" dirty="0" err="1"/>
              <a:t>page.route</a:t>
            </a:r>
            <a:r>
              <a:rPr lang="en-US" dirty="0"/>
              <a:t>('**/</a:t>
            </a:r>
            <a:r>
              <a:rPr lang="en-US" dirty="0" err="1"/>
              <a:t>api</a:t>
            </a:r>
            <a:r>
              <a:rPr lang="en-US" dirty="0"/>
              <a:t>/data', route =&gt; {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route.fulfill</a:t>
            </a:r>
            <a:r>
              <a:rPr lang="en-US" dirty="0"/>
              <a:t>({</a:t>
            </a:r>
          </a:p>
          <a:p>
            <a:pPr marL="457200" lvl="1" indent="0">
              <a:buNone/>
            </a:pPr>
            <a:r>
              <a:rPr lang="en-US" dirty="0"/>
              <a:t>    status: 500,</a:t>
            </a:r>
          </a:p>
          <a:p>
            <a:pPr marL="457200" lvl="1" indent="0">
              <a:buNone/>
            </a:pPr>
            <a:r>
              <a:rPr lang="en-US" dirty="0"/>
              <a:t>    body: 'Internal Server Error'</a:t>
            </a:r>
          </a:p>
          <a:p>
            <a:pPr marL="457200" lvl="1" indent="0">
              <a:buNone/>
            </a:pPr>
            <a:r>
              <a:rPr lang="en-US" dirty="0"/>
              <a:t>  });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Test how your UI handles failures, loading states, or retries.</a:t>
            </a:r>
          </a:p>
        </p:txBody>
      </p:sp>
    </p:spTree>
    <p:extLst>
      <p:ext uri="{BB962C8B-B14F-4D97-AF65-F5344CB8AC3E}">
        <p14:creationId xmlns:p14="http://schemas.microsoft.com/office/powerpoint/2010/main" val="376298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FADF60-33D0-04CC-8806-3D7E62BBDE20}"/>
              </a:ext>
            </a:extLst>
          </p:cNvPr>
          <p:cNvSpPr txBox="1"/>
          <p:nvPr/>
        </p:nvSpPr>
        <p:spPr>
          <a:xfrm>
            <a:off x="162732" y="798163"/>
            <a:ext cx="876211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You can load mock data from a JSON file:</a:t>
            </a:r>
          </a:p>
          <a:p>
            <a:pPr marL="457200" lvl="1" indent="0">
              <a:buNone/>
            </a:pPr>
            <a:r>
              <a:rPr lang="en-US" dirty="0"/>
              <a:t>const </a:t>
            </a:r>
            <a:r>
              <a:rPr lang="en-US" dirty="0" err="1"/>
              <a:t>mockData</a:t>
            </a:r>
            <a:r>
              <a:rPr lang="en-US" dirty="0"/>
              <a:t> = require('./fixtures/</a:t>
            </a:r>
            <a:r>
              <a:rPr lang="en-US" dirty="0" err="1"/>
              <a:t>users.json</a:t>
            </a:r>
            <a:r>
              <a:rPr lang="en-US" dirty="0"/>
              <a:t>');</a:t>
            </a:r>
          </a:p>
          <a:p>
            <a:pPr marL="457200" lvl="1" indent="0">
              <a:buNone/>
            </a:pPr>
            <a:r>
              <a:rPr lang="en-US" dirty="0"/>
              <a:t>await </a:t>
            </a:r>
            <a:r>
              <a:rPr lang="en-US" dirty="0" err="1"/>
              <a:t>page.route</a:t>
            </a:r>
            <a:r>
              <a:rPr lang="en-US" dirty="0"/>
              <a:t>('**/</a:t>
            </a:r>
            <a:r>
              <a:rPr lang="en-US" dirty="0" err="1"/>
              <a:t>api</a:t>
            </a:r>
            <a:r>
              <a:rPr lang="en-US" dirty="0"/>
              <a:t>/users', route =&gt; {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route.fulfill</a:t>
            </a:r>
            <a:r>
              <a:rPr lang="en-US" dirty="0"/>
              <a:t>({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contentType</a:t>
            </a:r>
            <a:r>
              <a:rPr lang="en-US" dirty="0"/>
              <a:t>: 'application/</a:t>
            </a:r>
            <a:r>
              <a:rPr lang="en-US" dirty="0" err="1"/>
              <a:t>json</a:t>
            </a:r>
            <a:r>
              <a:rPr lang="en-US" dirty="0"/>
              <a:t>',</a:t>
            </a:r>
          </a:p>
          <a:p>
            <a:pPr marL="457200" lvl="1" indent="0">
              <a:buNone/>
            </a:pPr>
            <a:r>
              <a:rPr lang="en-US" dirty="0"/>
              <a:t>    body: </a:t>
            </a:r>
            <a:r>
              <a:rPr lang="en-US" dirty="0" err="1"/>
              <a:t>JSON.stringify</a:t>
            </a:r>
            <a:r>
              <a:rPr lang="en-US" dirty="0"/>
              <a:t>(</a:t>
            </a:r>
            <a:r>
              <a:rPr lang="en-US" dirty="0" err="1"/>
              <a:t>mockData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  });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Mocking with Playwright Test Runner + Fixtures</a:t>
            </a:r>
          </a:p>
          <a:p>
            <a:pPr marL="0" indent="0">
              <a:buNone/>
            </a:pPr>
            <a:r>
              <a:rPr lang="en-US" dirty="0"/>
              <a:t>Playwright lets you define custom test fixtures for mocking:</a:t>
            </a:r>
          </a:p>
          <a:p>
            <a:pPr marL="457200" lvl="1" indent="0">
              <a:buNone/>
            </a:pPr>
            <a:r>
              <a:rPr lang="en-US" dirty="0"/>
              <a:t>// In playwright.config.js</a:t>
            </a:r>
          </a:p>
          <a:p>
            <a:pPr marL="457200" lvl="1" indent="0">
              <a:buNone/>
            </a:pPr>
            <a:r>
              <a:rPr lang="en-US" dirty="0"/>
              <a:t>export const test = </a:t>
            </a:r>
            <a:r>
              <a:rPr lang="en-US" dirty="0" err="1"/>
              <a:t>base.extend</a:t>
            </a:r>
            <a:r>
              <a:rPr lang="en-US" dirty="0"/>
              <a:t>({</a:t>
            </a:r>
          </a:p>
          <a:p>
            <a:pPr marL="457200" lvl="1" indent="0">
              <a:buNone/>
            </a:pPr>
            <a:r>
              <a:rPr lang="en-US" dirty="0"/>
              <a:t>  page: async ({ page }, use) =&gt; {</a:t>
            </a:r>
          </a:p>
          <a:p>
            <a:pPr marL="457200" lvl="1" indent="0">
              <a:buNone/>
            </a:pPr>
            <a:r>
              <a:rPr lang="en-US" dirty="0"/>
              <a:t>    await </a:t>
            </a:r>
            <a:r>
              <a:rPr lang="en-US" dirty="0" err="1"/>
              <a:t>page.route</a:t>
            </a:r>
            <a:r>
              <a:rPr lang="en-US" dirty="0"/>
              <a:t>('**/</a:t>
            </a:r>
            <a:r>
              <a:rPr lang="en-US" dirty="0" err="1"/>
              <a:t>api</a:t>
            </a:r>
            <a:r>
              <a:rPr lang="en-US" dirty="0"/>
              <a:t>/data', route =&gt; {</a:t>
            </a:r>
          </a:p>
          <a:p>
            <a:pPr marL="457200" lvl="1" indent="0">
              <a:buNone/>
            </a:pPr>
            <a:r>
              <a:rPr lang="en-US" dirty="0"/>
              <a:t>      </a:t>
            </a:r>
            <a:r>
              <a:rPr lang="en-US" dirty="0" err="1"/>
              <a:t>route.fulfill</a:t>
            </a:r>
            <a:r>
              <a:rPr lang="en-US" dirty="0"/>
              <a:t>({ body: </a:t>
            </a:r>
            <a:r>
              <a:rPr lang="en-US" dirty="0" err="1"/>
              <a:t>JSON.stringify</a:t>
            </a:r>
            <a:r>
              <a:rPr lang="en-US" dirty="0"/>
              <a:t>({ id: 99 }) });</a:t>
            </a:r>
          </a:p>
          <a:p>
            <a:pPr marL="457200" lvl="1" indent="0">
              <a:buNone/>
            </a:pPr>
            <a:r>
              <a:rPr lang="en-US" dirty="0"/>
              <a:t>    });</a:t>
            </a:r>
          </a:p>
          <a:p>
            <a:pPr marL="457200" lvl="1" indent="0">
              <a:buNone/>
            </a:pPr>
            <a:r>
              <a:rPr lang="en-US" dirty="0"/>
              <a:t>    await use(page);</a:t>
            </a:r>
          </a:p>
          <a:p>
            <a:pPr marL="457200" lvl="1" indent="0">
              <a:buNone/>
            </a:pPr>
            <a:r>
              <a:rPr lang="en-US" dirty="0"/>
              <a:t>  },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endParaRPr lang="en-US" dirty="0"/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A717C920-AFEE-8E63-8CF7-15F1CB8C7F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Mock from Local Files</a:t>
            </a:r>
          </a:p>
        </p:txBody>
      </p:sp>
    </p:spTree>
    <p:extLst>
      <p:ext uri="{BB962C8B-B14F-4D97-AF65-F5344CB8AC3E}">
        <p14:creationId xmlns:p14="http://schemas.microsoft.com/office/powerpoint/2010/main" val="2897481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B77E-98B3-FC01-3FC9-E7162AE1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Playwright Mocking Tools &amp;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9625A-1B53-18F2-021D-0E11A981BCFC}"/>
              </a:ext>
            </a:extLst>
          </p:cNvPr>
          <p:cNvSpPr txBox="1"/>
          <p:nvPr/>
        </p:nvSpPr>
        <p:spPr>
          <a:xfrm>
            <a:off x="158699" y="728421"/>
            <a:ext cx="8826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msw</a:t>
            </a:r>
            <a:r>
              <a:rPr lang="en-US" dirty="0"/>
              <a:t> – Mock Service Worker; works well with Playwright</a:t>
            </a:r>
          </a:p>
          <a:p>
            <a:pPr>
              <a:lnSpc>
                <a:spcPct val="100000"/>
              </a:lnSpc>
            </a:pPr>
            <a:r>
              <a:rPr lang="en-US" dirty="0"/>
              <a:t>Use it for more scalable, declarative mocks in browser environment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Summarize Table: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endParaRPr lang="en-US" b="1" dirty="0"/>
          </a:p>
          <a:p>
            <a:r>
              <a:rPr lang="en-US" b="1" dirty="0"/>
              <a:t>Best Practices</a:t>
            </a:r>
          </a:p>
          <a:p>
            <a:r>
              <a:rPr lang="en-US" dirty="0"/>
              <a:t>Mock APIs in all tests unless you're testing integration.</a:t>
            </a:r>
          </a:p>
          <a:p>
            <a:r>
              <a:rPr lang="en-US" dirty="0"/>
              <a:t>Use .route() in </a:t>
            </a:r>
            <a:r>
              <a:rPr lang="en-US" dirty="0" err="1"/>
              <a:t>beforeEach</a:t>
            </a:r>
            <a:r>
              <a:rPr lang="en-US" dirty="0"/>
              <a:t>() to keep tests clean.</a:t>
            </a:r>
          </a:p>
          <a:p>
            <a:r>
              <a:rPr lang="en-US" dirty="0"/>
              <a:t>Organize mocks in fixtures/ folder for reuse.</a:t>
            </a:r>
          </a:p>
          <a:p>
            <a:r>
              <a:rPr lang="en-US" dirty="0"/>
              <a:t>Test edge cases: timeouts, 404, 500 errors, empty data.</a:t>
            </a:r>
          </a:p>
          <a:p>
            <a:r>
              <a:rPr lang="en-US" dirty="0"/>
              <a:t>Avoid mocking too much: ensure UI behavior still aligns with backend contracts.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9E15295-0D96-406E-A7AF-52AAC6BA9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404654"/>
              </p:ext>
            </p:extLst>
          </p:nvPr>
        </p:nvGraphicFramePr>
        <p:xfrm>
          <a:off x="507999" y="1504950"/>
          <a:ext cx="8127999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4293260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744469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69368989"/>
                    </a:ext>
                  </a:extLst>
                </a:gridCol>
              </a:tblGrid>
              <a:tr h="21851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360260"/>
                  </a:ext>
                </a:extLst>
              </a:tr>
              <a:tr h="218510">
                <a:tc>
                  <a:txBody>
                    <a:bodyPr/>
                    <a:lstStyle/>
                    <a:p>
                      <a:r>
                        <a:rPr lang="en-US"/>
                        <a:t>Mock API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route.fulfill()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 fake data to client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404787"/>
                  </a:ext>
                </a:extLst>
              </a:tr>
              <a:tr h="218510">
                <a:tc>
                  <a:txBody>
                    <a:bodyPr/>
                    <a:lstStyle/>
                    <a:p>
                      <a:r>
                        <a:rPr lang="en-US"/>
                        <a:t>Let request go through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route.continue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Allow real 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016736"/>
                  </a:ext>
                </a:extLst>
              </a:tr>
              <a:tr h="218510">
                <a:tc>
                  <a:txBody>
                    <a:bodyPr/>
                    <a:lstStyle/>
                    <a:p>
                      <a:r>
                        <a:rPr lang="en-US"/>
                        <a:t>Cancel a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route.abort()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Block ads,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030558"/>
                  </a:ext>
                </a:extLst>
              </a:tr>
              <a:tr h="268194">
                <a:tc>
                  <a:txBody>
                    <a:bodyPr/>
                    <a:lstStyle/>
                    <a:p>
                      <a:r>
                        <a:rPr lang="en-US"/>
                        <a:t>Modify request/headers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route.continue({...})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 headers, change 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362946"/>
                  </a:ext>
                </a:extLst>
              </a:tr>
              <a:tr h="218510">
                <a:tc>
                  <a:txBody>
                    <a:bodyPr/>
                    <a:lstStyle/>
                    <a:p>
                      <a:r>
                        <a:rPr lang="en-US"/>
                        <a:t>Simulate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status: 500 or timeout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Error handling scenarios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145870"/>
                  </a:ext>
                </a:extLst>
              </a:tr>
              <a:tr h="218510">
                <a:tc>
                  <a:txBody>
                    <a:bodyPr/>
                    <a:lstStyle/>
                    <a:p>
                      <a:r>
                        <a:rPr lang="en-US"/>
                        <a:t>Use mock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require('./mock.json')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Reusable fixture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36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911373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829</Words>
  <Application>Microsoft Office PowerPoint</Application>
  <PresentationFormat>On-screen Show (16:9)</PresentationFormat>
  <Paragraphs>143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Arial</vt:lpstr>
      <vt:lpstr>Roboto</vt:lpstr>
      <vt:lpstr>Material</vt:lpstr>
      <vt:lpstr>Mocking &amp; Network Interception</vt:lpstr>
      <vt:lpstr>Purpose of Mocking and Network Interception</vt:lpstr>
      <vt:lpstr>How Interception Works</vt:lpstr>
      <vt:lpstr>PowerPoint Presentation</vt:lpstr>
      <vt:lpstr>PowerPoint Presentation</vt:lpstr>
      <vt:lpstr>Mocking Error Scenarios</vt:lpstr>
      <vt:lpstr>Mock from Local Files</vt:lpstr>
      <vt:lpstr>Playwright Mocking Tools &amp; Libraries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74</cp:revision>
  <dcterms:modified xsi:type="dcterms:W3CDTF">2025-08-25T13:42:29Z</dcterms:modified>
</cp:coreProperties>
</file>