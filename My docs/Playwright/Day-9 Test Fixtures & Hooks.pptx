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65" r:id="rId4"/>
    <p:sldId id="266" r:id="rId5"/>
    <p:sldId id="267" r:id="rId6"/>
    <p:sldId id="268" r:id="rId7"/>
    <p:sldId id="269" r:id="rId8"/>
    <p:sldId id="271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Test Fixtures &amp; Hooks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Are Fixtures &amp; Hooks?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317400" y="2693060"/>
            <a:ext cx="882660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b="1" dirty="0"/>
              <a:t>Fixtures in Playwright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Use Fixtures to:</a:t>
            </a:r>
          </a:p>
          <a:p>
            <a:pPr>
              <a:lnSpc>
                <a:spcPct val="150000"/>
              </a:lnSpc>
            </a:pPr>
            <a:r>
              <a:rPr lang="en-US" dirty="0"/>
              <a:t>Create a shared browser/page/context per test.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 custom objects to tests (e.g., </a:t>
            </a:r>
            <a:r>
              <a:rPr lang="en-US" dirty="0" err="1"/>
              <a:t>loginUser</a:t>
            </a:r>
            <a:r>
              <a:rPr lang="en-US" dirty="0"/>
              <a:t>, </a:t>
            </a:r>
            <a:r>
              <a:rPr lang="en-US" dirty="0" err="1"/>
              <a:t>testData</a:t>
            </a:r>
            <a:r>
              <a:rPr lang="en-US" dirty="0"/>
              <a:t>).</a:t>
            </a:r>
          </a:p>
          <a:p>
            <a:pPr>
              <a:lnSpc>
                <a:spcPct val="150000"/>
              </a:lnSpc>
            </a:pPr>
            <a:r>
              <a:rPr lang="en-US" dirty="0"/>
              <a:t>Avoid duplicating setup logic.</a:t>
            </a:r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D095166-F3D9-4A66-BC03-C60C3524FF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4063710"/>
              </p:ext>
            </p:extLst>
          </p:nvPr>
        </p:nvGraphicFramePr>
        <p:xfrm>
          <a:off x="998251" y="739115"/>
          <a:ext cx="7026598" cy="1833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13299">
                  <a:extLst>
                    <a:ext uri="{9D8B030D-6E8A-4147-A177-3AD203B41FA5}">
                      <a16:colId xmlns:a16="http://schemas.microsoft.com/office/drawing/2014/main" val="1148770984"/>
                    </a:ext>
                  </a:extLst>
                </a:gridCol>
                <a:gridCol w="3513299">
                  <a:extLst>
                    <a:ext uri="{9D8B030D-6E8A-4147-A177-3AD203B41FA5}">
                      <a16:colId xmlns:a16="http://schemas.microsoft.com/office/drawing/2014/main" val="3593326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8301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Fixtures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Reusable setup objects or environments (e.g., browser, page, login session) shared between tests.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977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Hooks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Lifecycle functions that run </a:t>
                      </a:r>
                      <a:r>
                        <a:rPr lang="en-US" b="1" dirty="0"/>
                        <a:t>before/after</a:t>
                      </a:r>
                      <a:r>
                        <a:rPr lang="en-US" dirty="0"/>
                        <a:t> tests or test groups (e.g., setup, teardown, reporting).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296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870787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Playwright Test provides some built-in fixtures:</a:t>
            </a:r>
          </a:p>
          <a:p>
            <a:r>
              <a:rPr lang="en-US" dirty="0"/>
              <a:t>page: a new browser tab.</a:t>
            </a:r>
          </a:p>
          <a:p>
            <a:r>
              <a:rPr lang="en-US" dirty="0"/>
              <a:t>browser: a Playwright browser instance.</a:t>
            </a:r>
          </a:p>
          <a:p>
            <a:r>
              <a:rPr lang="en-US" dirty="0"/>
              <a:t>context: a browser context (like a clean session).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test('basic fixture usage', async ({ page }) =&gt; {</a:t>
            </a:r>
          </a:p>
          <a:p>
            <a:pPr marL="457200" lvl="1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457200" lvl="1" indent="0">
              <a:buNone/>
            </a:pPr>
            <a:r>
              <a:rPr lang="en-US" dirty="0"/>
              <a:t>  await expect(page).</a:t>
            </a:r>
            <a:r>
              <a:rPr lang="en-US" dirty="0" err="1"/>
              <a:t>toHaveTitle</a:t>
            </a:r>
            <a:r>
              <a:rPr lang="en-US" dirty="0"/>
              <a:t>(/Example/);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Custom Fixtures Example</a:t>
            </a:r>
          </a:p>
          <a:p>
            <a:pPr marL="0" indent="0">
              <a:buNone/>
            </a:pPr>
            <a:r>
              <a:rPr lang="en-US" dirty="0"/>
              <a:t>import { test as base } from '@playwright/test’;	// fixtures/login-fixture.js</a:t>
            </a:r>
          </a:p>
          <a:p>
            <a:pPr marL="0" indent="0">
              <a:buNone/>
            </a:pPr>
            <a:r>
              <a:rPr lang="en-US" dirty="0"/>
              <a:t>export const test = </a:t>
            </a:r>
            <a:r>
              <a:rPr lang="en-US" dirty="0" err="1"/>
              <a:t>base.extend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loginPage</a:t>
            </a:r>
            <a:r>
              <a:rPr lang="en-US" dirty="0"/>
              <a:t>: async ({ page }, use) =&gt;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page.goto</a:t>
            </a:r>
            <a:r>
              <a:rPr lang="en-US" dirty="0"/>
              <a:t>('https://yourapp.com/login');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page.fill</a:t>
            </a:r>
            <a:r>
              <a:rPr lang="en-US" dirty="0"/>
              <a:t>('#username', 'admin');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page.fill</a:t>
            </a:r>
            <a:r>
              <a:rPr lang="en-US" dirty="0"/>
              <a:t>('#password', 'secret');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page.click</a:t>
            </a:r>
            <a:r>
              <a:rPr lang="en-US" dirty="0"/>
              <a:t>('button[type="submit"]');</a:t>
            </a:r>
          </a:p>
          <a:p>
            <a:pPr marL="0" indent="0">
              <a:buNone/>
            </a:pPr>
            <a:r>
              <a:rPr lang="en-US" dirty="0"/>
              <a:t>    await use(page); // expose logged-in page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// tests/dashboard.spec.js</a:t>
            </a:r>
          </a:p>
          <a:p>
            <a:pPr marL="0" indent="0">
              <a:buNone/>
            </a:pPr>
            <a:r>
              <a:rPr lang="en-US" dirty="0"/>
              <a:t>import { test, expect } from '../fixtures/login-fixture';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test('should access dashboard', async ({ </a:t>
            </a:r>
            <a:r>
              <a:rPr lang="en-US" dirty="0" err="1"/>
              <a:t>loginPage</a:t>
            </a:r>
            <a:r>
              <a:rPr lang="en-US" dirty="0"/>
              <a:t> }) =&gt; {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loginPage.goto</a:t>
            </a:r>
            <a:r>
              <a:rPr lang="en-US" dirty="0"/>
              <a:t>('https://yourapp.com/dashboard');</a:t>
            </a:r>
          </a:p>
          <a:p>
            <a:pPr marL="0" indent="0">
              <a:buNone/>
            </a:pPr>
            <a:r>
              <a:rPr lang="en-US" dirty="0"/>
              <a:t>  await expect(</a:t>
            </a:r>
            <a:r>
              <a:rPr lang="en-US" dirty="0" err="1"/>
              <a:t>loginPage.locator</a:t>
            </a:r>
            <a:r>
              <a:rPr lang="en-US" dirty="0"/>
              <a:t>('h1')).</a:t>
            </a:r>
            <a:r>
              <a:rPr lang="en-US" dirty="0" err="1"/>
              <a:t>toContainText</a:t>
            </a:r>
            <a:r>
              <a:rPr lang="en-US" dirty="0"/>
              <a:t>('Dashboard');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Hooks in Playwright</a:t>
            </a:r>
          </a:p>
          <a:p>
            <a:pPr marL="0" indent="0">
              <a:buNone/>
            </a:pPr>
            <a:r>
              <a:rPr lang="en-US" b="1" dirty="0"/>
              <a:t>Use Hooks to:</a:t>
            </a:r>
          </a:p>
          <a:p>
            <a:pPr>
              <a:lnSpc>
                <a:spcPct val="150000"/>
              </a:lnSpc>
            </a:pPr>
            <a:r>
              <a:rPr lang="en-US" dirty="0"/>
              <a:t>Setup/teardown logic for test lifecycle.</a:t>
            </a:r>
          </a:p>
          <a:p>
            <a:pPr>
              <a:lnSpc>
                <a:spcPct val="150000"/>
              </a:lnSpc>
            </a:pPr>
            <a:r>
              <a:rPr lang="en-US" dirty="0"/>
              <a:t>Debug failures (e.g., take screenshot/video on failure).</a:t>
            </a:r>
          </a:p>
          <a:p>
            <a:pPr>
              <a:lnSpc>
                <a:spcPct val="150000"/>
              </a:lnSpc>
            </a:pPr>
            <a:r>
              <a:rPr lang="en-US" dirty="0"/>
              <a:t>Initialize databases, environments, mocks.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309966" y="674176"/>
            <a:ext cx="84911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Common Hooks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Example: Basic Hooks:</a:t>
            </a:r>
          </a:p>
          <a:p>
            <a:pPr marL="457200" lvl="1" indent="0">
              <a:buNone/>
            </a:pPr>
            <a:r>
              <a:rPr lang="en-US" dirty="0"/>
              <a:t>import { test } from '@playwright/test';</a:t>
            </a:r>
          </a:p>
          <a:p>
            <a:pPr marL="457200" lvl="1" indent="0">
              <a:buNone/>
            </a:pPr>
            <a:r>
              <a:rPr lang="en-US" dirty="0" err="1"/>
              <a:t>test.beforeAll</a:t>
            </a:r>
            <a:r>
              <a:rPr lang="en-US" dirty="0"/>
              <a:t>(async () =&gt; {</a:t>
            </a:r>
          </a:p>
          <a:p>
            <a:pPr marL="457200" lvl="1" indent="0">
              <a:buNone/>
            </a:pPr>
            <a:r>
              <a:rPr lang="en-US" dirty="0"/>
              <a:t>  console.log('Starting test suite...');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457200" lvl="1" indent="0">
              <a:buNone/>
            </a:pPr>
            <a:r>
              <a:rPr lang="en-US" dirty="0" err="1"/>
              <a:t>test.beforeEach</a:t>
            </a:r>
            <a:r>
              <a:rPr lang="en-US" dirty="0"/>
              <a:t>(async ({ page }) =&gt; {</a:t>
            </a:r>
          </a:p>
          <a:p>
            <a:pPr marL="457200" lvl="1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D2214FB-80FE-4652-B85A-45307D458F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284266"/>
              </p:ext>
            </p:extLst>
          </p:nvPr>
        </p:nvGraphicFramePr>
        <p:xfrm>
          <a:off x="1063517" y="1047750"/>
          <a:ext cx="6073452" cy="152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36726">
                  <a:extLst>
                    <a:ext uri="{9D8B030D-6E8A-4147-A177-3AD203B41FA5}">
                      <a16:colId xmlns:a16="http://schemas.microsoft.com/office/drawing/2014/main" val="890481601"/>
                    </a:ext>
                  </a:extLst>
                </a:gridCol>
                <a:gridCol w="3036726">
                  <a:extLst>
                    <a:ext uri="{9D8B030D-6E8A-4147-A177-3AD203B41FA5}">
                      <a16:colId xmlns:a16="http://schemas.microsoft.com/office/drawing/2014/main" val="3328259270"/>
                    </a:ext>
                  </a:extLst>
                </a:gridCol>
              </a:tblGrid>
              <a:tr h="298848">
                <a:tc>
                  <a:txBody>
                    <a:bodyPr/>
                    <a:lstStyle/>
                    <a:p>
                      <a:r>
                        <a:rPr lang="en-US" dirty="0"/>
                        <a:t>Hook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589563"/>
                  </a:ext>
                </a:extLst>
              </a:tr>
              <a:tr h="298848">
                <a:tc>
                  <a:txBody>
                    <a:bodyPr/>
                    <a:lstStyle/>
                    <a:p>
                      <a:r>
                        <a:rPr lang="en-US" dirty="0" err="1"/>
                        <a:t>beforeAll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Runs once before </a:t>
                      </a:r>
                      <a:r>
                        <a:rPr lang="en-US" b="1"/>
                        <a:t>all</a:t>
                      </a:r>
                      <a:r>
                        <a:rPr lang="en-US"/>
                        <a:t> tests in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422750"/>
                  </a:ext>
                </a:extLst>
              </a:tr>
              <a:tr h="298848">
                <a:tc>
                  <a:txBody>
                    <a:bodyPr/>
                    <a:lstStyle/>
                    <a:p>
                      <a:r>
                        <a:rPr lang="en-US"/>
                        <a:t>afterAll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Runs once after </a:t>
                      </a:r>
                      <a:r>
                        <a:rPr lang="en-US" b="1"/>
                        <a:t>all</a:t>
                      </a:r>
                      <a:r>
                        <a:rPr lang="en-US"/>
                        <a:t> tests in a 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059105"/>
                  </a:ext>
                </a:extLst>
              </a:tr>
              <a:tr h="298848">
                <a:tc>
                  <a:txBody>
                    <a:bodyPr/>
                    <a:lstStyle/>
                    <a:p>
                      <a:r>
                        <a:rPr lang="en-US"/>
                        <a:t>beforeEach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Runs before </a:t>
                      </a:r>
                      <a:r>
                        <a:rPr lang="en-US" b="1"/>
                        <a:t>each</a:t>
                      </a:r>
                      <a:r>
                        <a:rPr lang="en-US"/>
                        <a:t>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4717032"/>
                  </a:ext>
                </a:extLst>
              </a:tr>
              <a:tr h="298848">
                <a:tc>
                  <a:txBody>
                    <a:bodyPr/>
                    <a:lstStyle/>
                    <a:p>
                      <a:r>
                        <a:rPr lang="en-US" dirty="0" err="1"/>
                        <a:t>afterEach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Runs after </a:t>
                      </a:r>
                      <a:r>
                        <a:rPr lang="en-US" b="1" dirty="0"/>
                        <a:t>each</a:t>
                      </a:r>
                      <a:r>
                        <a:rPr lang="en-US" dirty="0"/>
                        <a:t>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452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E58D7E-829E-904B-633A-A99A2B0F3ED3}"/>
              </a:ext>
            </a:extLst>
          </p:cNvPr>
          <p:cNvSpPr txBox="1"/>
          <p:nvPr/>
        </p:nvSpPr>
        <p:spPr>
          <a:xfrm>
            <a:off x="348713" y="742372"/>
            <a:ext cx="7632915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dirty="0" err="1"/>
              <a:t>test.afterEach</a:t>
            </a:r>
            <a:r>
              <a:rPr lang="en-US" dirty="0"/>
              <a:t>(async ({ page }, </a:t>
            </a:r>
            <a:r>
              <a:rPr lang="en-US" dirty="0" err="1"/>
              <a:t>testInfo</a:t>
            </a:r>
            <a:r>
              <a:rPr lang="en-US" dirty="0"/>
              <a:t>) =&gt; {</a:t>
            </a:r>
          </a:p>
          <a:p>
            <a:pPr marL="457200" lvl="1" indent="0">
              <a:buNone/>
            </a:pPr>
            <a:r>
              <a:rPr lang="en-US" dirty="0"/>
              <a:t>  if (</a:t>
            </a:r>
            <a:r>
              <a:rPr lang="en-US" dirty="0" err="1"/>
              <a:t>testInfo.status</a:t>
            </a:r>
            <a:r>
              <a:rPr lang="en-US" dirty="0"/>
              <a:t> !== </a:t>
            </a:r>
            <a:r>
              <a:rPr lang="en-US" dirty="0" err="1"/>
              <a:t>testInfo.expectedStatus</a:t>
            </a:r>
            <a:r>
              <a:rPr lang="en-US" dirty="0"/>
              <a:t>) {</a:t>
            </a:r>
          </a:p>
          <a:p>
            <a:pPr marL="457200" lvl="1" indent="0">
              <a:buNone/>
            </a:pPr>
            <a:r>
              <a:rPr lang="en-US" dirty="0"/>
              <a:t>    await </a:t>
            </a:r>
            <a:r>
              <a:rPr lang="en-US" dirty="0" err="1"/>
              <a:t>page.screenshot</a:t>
            </a:r>
            <a:r>
              <a:rPr lang="en-US" dirty="0"/>
              <a:t>({ path: `screenshots/${</a:t>
            </a:r>
            <a:r>
              <a:rPr lang="en-US" dirty="0" err="1"/>
              <a:t>testInfo.title</a:t>
            </a:r>
            <a:r>
              <a:rPr lang="en-US" dirty="0"/>
              <a:t>}.</a:t>
            </a:r>
            <a:r>
              <a:rPr lang="en-US" dirty="0" err="1"/>
              <a:t>png</a:t>
            </a:r>
            <a:r>
              <a:rPr lang="en-US" dirty="0"/>
              <a:t>` });</a:t>
            </a:r>
          </a:p>
          <a:p>
            <a:pPr marL="457200" lvl="1" indent="0">
              <a:buNone/>
            </a:pPr>
            <a:r>
              <a:rPr lang="en-US" dirty="0"/>
              <a:t>  }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457200" lvl="1" indent="0">
              <a:buNone/>
            </a:pPr>
            <a:r>
              <a:rPr lang="en-US" dirty="0" err="1"/>
              <a:t>test.afterAll</a:t>
            </a:r>
            <a:r>
              <a:rPr lang="en-US" dirty="0"/>
              <a:t>(async () =&gt; {</a:t>
            </a:r>
          </a:p>
          <a:p>
            <a:pPr marL="457200" lvl="1" indent="0">
              <a:buNone/>
            </a:pPr>
            <a:r>
              <a:rPr lang="en-US" dirty="0"/>
              <a:t>  console.log('Finished test suite.');</a:t>
            </a:r>
          </a:p>
          <a:p>
            <a:pPr marL="457200" lvl="1" indent="0">
              <a:buNone/>
            </a:pPr>
            <a:r>
              <a:rPr lang="en-US" dirty="0"/>
              <a:t>});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Advanced Fixture Features</a:t>
            </a:r>
          </a:p>
          <a:p>
            <a:pPr>
              <a:lnSpc>
                <a:spcPct val="150000"/>
              </a:lnSpc>
            </a:pPr>
            <a:r>
              <a:rPr lang="en-US" dirty="0"/>
              <a:t>You can set scope of fixtures (test, worker).</a:t>
            </a:r>
          </a:p>
          <a:p>
            <a:pPr>
              <a:lnSpc>
                <a:spcPct val="150000"/>
              </a:lnSpc>
            </a:pPr>
            <a:r>
              <a:rPr lang="en-US" dirty="0"/>
              <a:t>Inject custom parameters like tokens, test data, etc.</a:t>
            </a:r>
          </a:p>
          <a:p>
            <a:pPr>
              <a:lnSpc>
                <a:spcPct val="150000"/>
              </a:lnSpc>
            </a:pPr>
            <a:r>
              <a:rPr lang="en-US" dirty="0"/>
              <a:t>Combine multiple fixtures using nested </a:t>
            </a:r>
            <a:r>
              <a:rPr lang="en-US" dirty="0" err="1"/>
              <a:t>test.extend</a:t>
            </a:r>
            <a:r>
              <a:rPr lang="en-US" dirty="0"/>
              <a:t>().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18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D49684-442D-6AE7-3849-855C10867E5B}"/>
              </a:ext>
            </a:extLst>
          </p:cNvPr>
          <p:cNvSpPr txBox="1"/>
          <p:nvPr/>
        </p:nvSpPr>
        <p:spPr>
          <a:xfrm>
            <a:off x="178231" y="751668"/>
            <a:ext cx="66797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Best Practices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F7382975-1F99-4635-9939-AFEEBD24B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039283"/>
              </p:ext>
            </p:extLst>
          </p:nvPr>
        </p:nvGraphicFramePr>
        <p:xfrm>
          <a:off x="771982" y="1121000"/>
          <a:ext cx="7600036" cy="2255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800018">
                  <a:extLst>
                    <a:ext uri="{9D8B030D-6E8A-4147-A177-3AD203B41FA5}">
                      <a16:colId xmlns:a16="http://schemas.microsoft.com/office/drawing/2014/main" val="3288601228"/>
                    </a:ext>
                  </a:extLst>
                </a:gridCol>
                <a:gridCol w="3800018">
                  <a:extLst>
                    <a:ext uri="{9D8B030D-6E8A-4147-A177-3AD203B41FA5}">
                      <a16:colId xmlns:a16="http://schemas.microsoft.com/office/drawing/2014/main" val="2663657894"/>
                    </a:ext>
                  </a:extLst>
                </a:gridCol>
              </a:tblGrid>
              <a:tr h="244048">
                <a:tc>
                  <a:txBody>
                    <a:bodyPr/>
                    <a:lstStyle/>
                    <a:p>
                      <a:r>
                        <a:rPr lang="en-US" dirty="0"/>
                        <a:t>Best 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Why It Helps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288356"/>
                  </a:ext>
                </a:extLst>
              </a:tr>
              <a:tr h="244048">
                <a:tc>
                  <a:txBody>
                    <a:bodyPr/>
                    <a:lstStyle/>
                    <a:p>
                      <a:r>
                        <a:rPr lang="en-US"/>
                        <a:t>Use test.extend() for 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Clean, DRY test setup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98790"/>
                  </a:ext>
                </a:extLst>
              </a:tr>
              <a:tr h="421234">
                <a:tc>
                  <a:txBody>
                    <a:bodyPr/>
                    <a:lstStyle/>
                    <a:p>
                      <a:r>
                        <a:rPr lang="en-US"/>
                        <a:t>Use beforeEach over beforeAll when tests need isolation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Avoid shared state conflicts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760503"/>
                  </a:ext>
                </a:extLst>
              </a:tr>
              <a:tr h="244048">
                <a:tc>
                  <a:txBody>
                    <a:bodyPr/>
                    <a:lstStyle/>
                    <a:p>
                      <a:r>
                        <a:rPr lang="en-US"/>
                        <a:t>Clean up in afterEach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Helps with resource management and debugging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335699"/>
                  </a:ext>
                </a:extLst>
              </a:tr>
              <a:tr h="244048">
                <a:tc>
                  <a:txBody>
                    <a:bodyPr/>
                    <a:lstStyle/>
                    <a:p>
                      <a:r>
                        <a:rPr lang="en-US"/>
                        <a:t>Use testInfo in hooks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Access metadata, titles, status, retries,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8172014"/>
                  </a:ext>
                </a:extLst>
              </a:tr>
              <a:tr h="244048">
                <a:tc>
                  <a:txBody>
                    <a:bodyPr/>
                    <a:lstStyle/>
                    <a:p>
                      <a:r>
                        <a:rPr lang="en-US"/>
                        <a:t>Group tests with test.describe()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Apply hooks/fixtures per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5083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98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168D-7126-E836-4651-BB2AB77D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Full Custom Fixture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29CF2-B074-4492-5E1B-8E136FC92589}"/>
              </a:ext>
            </a:extLst>
          </p:cNvPr>
          <p:cNvSpPr txBox="1"/>
          <p:nvPr/>
        </p:nvSpPr>
        <p:spPr>
          <a:xfrm>
            <a:off x="170481" y="712922"/>
            <a:ext cx="668751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/>
              <a:t>// fixtures/custom.js</a:t>
            </a:r>
          </a:p>
          <a:p>
            <a:pPr marL="0" indent="0">
              <a:buNone/>
            </a:pPr>
            <a:r>
              <a:rPr lang="en-US" sz="1200" dirty="0"/>
              <a:t>import { test as base } from '@playwright/test';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export const test = </a:t>
            </a:r>
            <a:r>
              <a:rPr lang="en-US" sz="1200" dirty="0" err="1"/>
              <a:t>base.extend</a:t>
            </a:r>
            <a:r>
              <a:rPr lang="en-US" sz="1200" dirty="0"/>
              <a:t>({</a:t>
            </a:r>
          </a:p>
          <a:p>
            <a:pPr marL="0" indent="0">
              <a:buNone/>
            </a:pPr>
            <a:r>
              <a:rPr lang="en-US" sz="1200" dirty="0"/>
              <a:t>  token: async ({}, use) =&gt; {</a:t>
            </a:r>
          </a:p>
          <a:p>
            <a:pPr marL="0" indent="0">
              <a:buNone/>
            </a:pPr>
            <a:r>
              <a:rPr lang="en-US" sz="1200" dirty="0"/>
              <a:t>    const token = await </a:t>
            </a:r>
            <a:r>
              <a:rPr lang="en-US" sz="1200" dirty="0" err="1"/>
              <a:t>fetchAuthToken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r>
              <a:rPr lang="en-US" sz="1200" dirty="0"/>
              <a:t>    await use(token);</a:t>
            </a:r>
          </a:p>
          <a:p>
            <a:pPr marL="0" indent="0">
              <a:buNone/>
            </a:pPr>
            <a:r>
              <a:rPr lang="en-US" sz="1200" dirty="0"/>
              <a:t>  },</a:t>
            </a:r>
          </a:p>
          <a:p>
            <a:pPr marL="0" indent="0">
              <a:buNone/>
            </a:pPr>
            <a:r>
              <a:rPr lang="en-US" sz="1200" dirty="0" err="1"/>
              <a:t>authorizedPage</a:t>
            </a:r>
            <a:r>
              <a:rPr lang="en-US" sz="1200" dirty="0"/>
              <a:t>: async ({ page, token }, use) =&gt; {</a:t>
            </a:r>
          </a:p>
          <a:p>
            <a:pPr marL="0" indent="0">
              <a:buNone/>
            </a:pPr>
            <a:r>
              <a:rPr lang="en-US" sz="1200" dirty="0"/>
              <a:t>    await </a:t>
            </a:r>
            <a:r>
              <a:rPr lang="en-US" sz="1200" dirty="0" err="1"/>
              <a:t>page.goto</a:t>
            </a:r>
            <a:r>
              <a:rPr lang="en-US" sz="1200" dirty="0"/>
              <a:t>('https://example.com');</a:t>
            </a:r>
          </a:p>
          <a:p>
            <a:pPr marL="0" indent="0">
              <a:buNone/>
            </a:pPr>
            <a:r>
              <a:rPr lang="en-US" sz="1200" dirty="0"/>
              <a:t>    await </a:t>
            </a:r>
            <a:r>
              <a:rPr lang="en-US" sz="1200" dirty="0" err="1"/>
              <a:t>page.evaluate</a:t>
            </a:r>
            <a:r>
              <a:rPr lang="en-US" sz="1200" dirty="0"/>
              <a:t>(([token]) =&gt; {</a:t>
            </a:r>
          </a:p>
          <a:p>
            <a:pPr marL="0" indent="0">
              <a:buNone/>
            </a:pPr>
            <a:r>
              <a:rPr lang="en-US" sz="1200" dirty="0"/>
              <a:t>      </a:t>
            </a:r>
            <a:r>
              <a:rPr lang="en-US" sz="1200" dirty="0" err="1"/>
              <a:t>localStorage.setItem</a:t>
            </a:r>
            <a:r>
              <a:rPr lang="en-US" sz="1200" dirty="0"/>
              <a:t>('</a:t>
            </a:r>
            <a:r>
              <a:rPr lang="en-US" sz="1200" dirty="0" err="1"/>
              <a:t>auth_token</a:t>
            </a:r>
            <a:r>
              <a:rPr lang="en-US" sz="1200" dirty="0"/>
              <a:t>', token);</a:t>
            </a:r>
          </a:p>
          <a:p>
            <a:pPr marL="0" indent="0">
              <a:buNone/>
            </a:pPr>
            <a:r>
              <a:rPr lang="en-US" sz="1200" dirty="0"/>
              <a:t>    }, [token]);</a:t>
            </a:r>
          </a:p>
          <a:p>
            <a:pPr marL="0" indent="0">
              <a:buNone/>
            </a:pPr>
            <a:r>
              <a:rPr lang="en-US" sz="1200" dirty="0"/>
              <a:t>    await use(page);</a:t>
            </a:r>
          </a:p>
          <a:p>
            <a:pPr marL="0" indent="0">
              <a:buNone/>
            </a:pPr>
            <a:r>
              <a:rPr lang="en-US" sz="1200" dirty="0"/>
              <a:t>  }</a:t>
            </a:r>
          </a:p>
          <a:p>
            <a:pPr marL="0" indent="0">
              <a:buNone/>
            </a:pPr>
            <a:r>
              <a:rPr lang="en-US" sz="1200" dirty="0"/>
              <a:t>});</a:t>
            </a:r>
          </a:p>
          <a:p>
            <a:pPr marL="0" indent="0">
              <a:buNone/>
            </a:pPr>
            <a:r>
              <a:rPr lang="en-US" sz="1200" dirty="0"/>
              <a:t>// tests/profile.spec.js</a:t>
            </a:r>
          </a:p>
          <a:p>
            <a:pPr marL="0" indent="0">
              <a:buNone/>
            </a:pPr>
            <a:r>
              <a:rPr lang="en-US" sz="1200" dirty="0"/>
              <a:t>import { test, expect } from '../fixtures/custom';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test('access profile with token', async ({ </a:t>
            </a:r>
            <a:r>
              <a:rPr lang="en-US" sz="1200" dirty="0" err="1"/>
              <a:t>authorizedPage</a:t>
            </a:r>
            <a:r>
              <a:rPr lang="en-US" sz="1200" dirty="0"/>
              <a:t> }) =&gt; {</a:t>
            </a:r>
          </a:p>
          <a:p>
            <a:pPr marL="0" indent="0">
              <a:buNone/>
            </a:pPr>
            <a:r>
              <a:rPr lang="en-US" sz="1200" dirty="0"/>
              <a:t>  await </a:t>
            </a:r>
            <a:r>
              <a:rPr lang="en-US" sz="1200" dirty="0" err="1"/>
              <a:t>authorizedPage.goto</a:t>
            </a:r>
            <a:r>
              <a:rPr lang="en-US" sz="1200" dirty="0"/>
              <a:t>('/profile');</a:t>
            </a:r>
          </a:p>
          <a:p>
            <a:pPr marL="0" indent="0">
              <a:buNone/>
            </a:pPr>
            <a:r>
              <a:rPr lang="en-US" sz="1200" dirty="0"/>
              <a:t>  await expect(</a:t>
            </a:r>
            <a:r>
              <a:rPr lang="en-US" sz="1200" dirty="0" err="1"/>
              <a:t>authorizedPage.locator</a:t>
            </a:r>
            <a:r>
              <a:rPr lang="en-US" sz="1200" dirty="0"/>
              <a:t>('h1')).</a:t>
            </a:r>
            <a:r>
              <a:rPr lang="en-US" sz="1200" dirty="0" err="1"/>
              <a:t>toHaveText</a:t>
            </a:r>
            <a:r>
              <a:rPr lang="en-US" sz="1200" dirty="0"/>
              <a:t>('Your Profile');</a:t>
            </a:r>
          </a:p>
          <a:p>
            <a:pPr marL="0" indent="0">
              <a:buNone/>
            </a:pPr>
            <a:r>
              <a:rPr lang="en-US" sz="1200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234933049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</TotalTime>
  <Words>788</Words>
  <Application>Microsoft Office PowerPoint</Application>
  <PresentationFormat>On-screen Show (16:9)</PresentationFormat>
  <Paragraphs>128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Arial</vt:lpstr>
      <vt:lpstr>Roboto</vt:lpstr>
      <vt:lpstr>Material</vt:lpstr>
      <vt:lpstr>Test Fixtures &amp; Hooks</vt:lpstr>
      <vt:lpstr>What Are Fixtures &amp; Hooks?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Full Custom Fixture Setup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63</cp:revision>
  <dcterms:modified xsi:type="dcterms:W3CDTF">2025-08-26T13:25:23Z</dcterms:modified>
</cp:coreProperties>
</file>