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5" r:id="rId4"/>
    <p:sldId id="266" r:id="rId5"/>
    <p:sldId id="267" r:id="rId6"/>
    <p:sldId id="268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Handling File Uploads &amp; Downloads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Overview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Playwright allows you to:</a:t>
            </a:r>
          </a:p>
          <a:p>
            <a:pPr marL="0" indent="0">
              <a:buNone/>
            </a:pPr>
            <a:r>
              <a:rPr lang="en-US" dirty="0"/>
              <a:t>Upload files by setting file inputs directly.</a:t>
            </a:r>
          </a:p>
          <a:p>
            <a:pPr marL="0" indent="0">
              <a:buNone/>
            </a:pPr>
            <a:r>
              <a:rPr lang="en-US" dirty="0"/>
              <a:t>Download files and track them with </a:t>
            </a:r>
            <a:r>
              <a:rPr lang="en-US" dirty="0" err="1"/>
              <a:t>page.waitForEvent</a:t>
            </a:r>
            <a:r>
              <a:rPr lang="en-US" dirty="0"/>
              <a:t>('download’).</a:t>
            </a:r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r>
              <a:rPr lang="en-US" b="1" dirty="0"/>
              <a:t>File Upload in Playwright</a:t>
            </a:r>
          </a:p>
          <a:p>
            <a:pPr marL="0" indent="0">
              <a:buNone/>
            </a:pPr>
            <a:r>
              <a:rPr lang="en-US" b="1" dirty="0"/>
              <a:t>When to Use:</a:t>
            </a:r>
          </a:p>
          <a:p>
            <a:pPr marL="0" indent="0">
              <a:buNone/>
            </a:pPr>
            <a:r>
              <a:rPr lang="en-US" dirty="0"/>
              <a:t>To test forms with file inputs (e.g. resume upload, image attachment).</a:t>
            </a:r>
          </a:p>
          <a:p>
            <a:pPr marL="0" indent="0">
              <a:buNone/>
            </a:pPr>
            <a:r>
              <a:rPr lang="en-US" dirty="0"/>
              <a:t>To simulate user actions involving file selection.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How File Upload Works:</a:t>
            </a:r>
          </a:p>
          <a:p>
            <a:pPr marL="0" indent="0">
              <a:buNone/>
            </a:pPr>
            <a:r>
              <a:rPr lang="en-US" dirty="0"/>
              <a:t>Playwright does not use the system dialog — it sets files programmatically on the &lt;input type="file"&gt; element.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Upload Example: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page.goto</a:t>
            </a:r>
            <a:r>
              <a:rPr lang="en-US" dirty="0"/>
              <a:t>('https://example.com/upload');</a:t>
            </a:r>
          </a:p>
          <a:p>
            <a:pPr marL="0" indent="0">
              <a:buNone/>
            </a:pPr>
            <a:r>
              <a:rPr lang="en-US" dirty="0"/>
              <a:t>// Set file for input</a:t>
            </a:r>
          </a:p>
          <a:p>
            <a:pPr marL="0" indent="0">
              <a:buNone/>
            </a:pPr>
            <a:r>
              <a:rPr lang="en-US" dirty="0"/>
              <a:t>const input = await page.$('input[type="file"]');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input.setInputFiles</a:t>
            </a:r>
            <a:r>
              <a:rPr lang="en-US" dirty="0"/>
              <a:t>('tests/files/sample.pdf');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Submit form if needed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page.click</a:t>
            </a:r>
            <a:r>
              <a:rPr lang="en-US" dirty="0"/>
              <a:t>('button[type="submit"]');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Multiple File Uploads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page.setInputFiles</a:t>
            </a:r>
            <a:r>
              <a:rPr lang="en-US" dirty="0"/>
              <a:t>('input[type="file"]', [</a:t>
            </a:r>
          </a:p>
          <a:p>
            <a:pPr marL="0" indent="0">
              <a:buNone/>
            </a:pPr>
            <a:r>
              <a:rPr lang="en-US" dirty="0"/>
              <a:t>  'tests/files/sample1.pdf',</a:t>
            </a:r>
          </a:p>
          <a:p>
            <a:pPr marL="0" indent="0">
              <a:buNone/>
            </a:pPr>
            <a:r>
              <a:rPr lang="en-US" dirty="0"/>
              <a:t>  'tests/files/sample2.png',</a:t>
            </a:r>
          </a:p>
          <a:p>
            <a:pPr marL="0" indent="0">
              <a:buNone/>
            </a:pP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Clear Files (Reset Input)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page.setInputFiles</a:t>
            </a:r>
            <a:r>
              <a:rPr lang="en-US" dirty="0"/>
              <a:t>('input[type="file"]', []);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Common Pitfalls: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input must be visible and enabled.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If the file does not exist in the file system, it will throw an error.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Only works on &lt;input type="file"&gt; elements.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When to Use:</a:t>
            </a:r>
          </a:p>
          <a:p>
            <a:r>
              <a:rPr lang="en-US" dirty="0"/>
              <a:t>When validating export, print, or report download features.</a:t>
            </a:r>
          </a:p>
          <a:p>
            <a:r>
              <a:rPr lang="en-US" dirty="0"/>
              <a:t>To verify content of downloaded files (PDF, CSV,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Download Handling Approach:</a:t>
            </a:r>
          </a:p>
          <a:p>
            <a:r>
              <a:rPr lang="en-US" dirty="0"/>
              <a:t>Use </a:t>
            </a:r>
            <a:r>
              <a:rPr lang="en-US" dirty="0" err="1"/>
              <a:t>page.waitForEvent</a:t>
            </a:r>
            <a:r>
              <a:rPr lang="en-US" dirty="0"/>
              <a:t>('download') to intercept downloads.</a:t>
            </a:r>
          </a:p>
          <a:p>
            <a:r>
              <a:rPr lang="en-US" dirty="0"/>
              <a:t>Get the path and save the file.</a:t>
            </a:r>
          </a:p>
          <a:p>
            <a:r>
              <a:rPr lang="en-US" dirty="0"/>
              <a:t>Optionally, read or validate the downloaded content.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Download Example: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page.goto</a:t>
            </a:r>
            <a:r>
              <a:rPr lang="en-US" dirty="0"/>
              <a:t>('https://example.com/download');</a:t>
            </a:r>
          </a:p>
          <a:p>
            <a:pPr marL="0" indent="0">
              <a:buNone/>
            </a:pPr>
            <a:r>
              <a:rPr lang="en-US" dirty="0"/>
              <a:t>const [ download ] = await </a:t>
            </a:r>
            <a:r>
              <a:rPr lang="en-US" dirty="0" err="1"/>
              <a:t>Promise.all</a:t>
            </a:r>
            <a:r>
              <a:rPr lang="en-US" dirty="0"/>
              <a:t>([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page.waitForEvent</a:t>
            </a:r>
            <a:r>
              <a:rPr lang="en-US" dirty="0"/>
              <a:t>('download’), 	// 1. Start waiting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page.click</a:t>
            </a:r>
            <a:r>
              <a:rPr lang="en-US" dirty="0"/>
              <a:t>('#</a:t>
            </a:r>
            <a:r>
              <a:rPr lang="en-US" dirty="0" err="1"/>
              <a:t>downloadButton</a:t>
            </a:r>
            <a:r>
              <a:rPr lang="en-US" dirty="0"/>
              <a:t>’)  	// 2. Trigger download</a:t>
            </a:r>
          </a:p>
          <a:p>
            <a:pPr marL="0" indent="0">
              <a:buNone/>
            </a:pP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savePath</a:t>
            </a:r>
            <a:r>
              <a:rPr lang="en-US" dirty="0"/>
              <a:t> = 'downloads/exported.pdf’;	// Save file to disk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download.saveAs</a:t>
            </a:r>
            <a:r>
              <a:rPr lang="en-US" dirty="0"/>
              <a:t>(</a:t>
            </a:r>
            <a:r>
              <a:rPr lang="en-US" dirty="0" err="1"/>
              <a:t>savePath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const path = await </a:t>
            </a:r>
            <a:r>
              <a:rPr lang="en-US" dirty="0" err="1"/>
              <a:t>download.path</a:t>
            </a:r>
            <a:r>
              <a:rPr lang="en-US" dirty="0"/>
              <a:t>();	// Optional: get the download path</a:t>
            </a:r>
          </a:p>
          <a:p>
            <a:pPr marL="0" indent="0">
              <a:buNone/>
            </a:pPr>
            <a:r>
              <a:rPr lang="en-US" dirty="0"/>
              <a:t>console.log('Downloaded file path:', path);</a:t>
            </a:r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43617B1E-CD21-30F2-1976-43B4017087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File Download in Playwright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42900" y="824788"/>
            <a:ext cx="8458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Validate Downloaded File</a:t>
            </a:r>
          </a:p>
          <a:p>
            <a:pPr marL="457200" lvl="1" indent="0">
              <a:buNone/>
            </a:pPr>
            <a:r>
              <a:rPr lang="en-US" dirty="0"/>
              <a:t>import fs from 'fs';</a:t>
            </a:r>
          </a:p>
          <a:p>
            <a:pPr marL="457200" lvl="1" indent="0">
              <a:buNone/>
            </a:pPr>
            <a:r>
              <a:rPr lang="en-US" dirty="0"/>
              <a:t>const content = </a:t>
            </a:r>
            <a:r>
              <a:rPr lang="en-US" dirty="0" err="1"/>
              <a:t>fs.readFileSync</a:t>
            </a:r>
            <a:r>
              <a:rPr lang="en-US" dirty="0"/>
              <a:t>('downloads/exported.pdf');</a:t>
            </a:r>
          </a:p>
          <a:p>
            <a:pPr marL="457200" lvl="1" indent="0">
              <a:buNone/>
            </a:pPr>
            <a:r>
              <a:rPr lang="en-US" dirty="0"/>
              <a:t>expect(content).</a:t>
            </a:r>
            <a:r>
              <a:rPr lang="en-US" dirty="0" err="1"/>
              <a:t>toBeDefined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/>
              <a:t>Wait for Multiple Downloads</a:t>
            </a:r>
          </a:p>
          <a:p>
            <a:pPr marL="457200" lvl="1" indent="0">
              <a:buNone/>
            </a:pPr>
            <a:r>
              <a:rPr lang="en-US" dirty="0"/>
              <a:t>const downloads = await </a:t>
            </a:r>
            <a:r>
              <a:rPr lang="en-US" dirty="0" err="1"/>
              <a:t>Promise.all</a:t>
            </a:r>
            <a:r>
              <a:rPr lang="en-US" dirty="0"/>
              <a:t>([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page.waitForEvent</a:t>
            </a:r>
            <a:r>
              <a:rPr lang="en-US" dirty="0"/>
              <a:t>('download'),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page.click</a:t>
            </a:r>
            <a:r>
              <a:rPr lang="en-US" dirty="0"/>
              <a:t>('#download1'),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page.click</a:t>
            </a:r>
            <a:r>
              <a:rPr lang="en-US" dirty="0"/>
              <a:t>('#download2')</a:t>
            </a:r>
          </a:p>
          <a:p>
            <a:pPr marL="457200" lvl="1" indent="0">
              <a:buNone/>
            </a:pPr>
            <a:r>
              <a:rPr lang="en-US" dirty="0"/>
              <a:t>]);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Configure Downloads Folder (Optional)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 Playwright Config:</a:t>
            </a:r>
          </a:p>
          <a:p>
            <a:pPr marL="457200" lvl="1" indent="0">
              <a:buNone/>
            </a:pPr>
            <a:r>
              <a:rPr lang="en-US" dirty="0"/>
              <a:t>export default {</a:t>
            </a:r>
          </a:p>
          <a:p>
            <a:pPr marL="457200" lvl="1" indent="0">
              <a:buNone/>
            </a:pPr>
            <a:r>
              <a:rPr lang="en-US" dirty="0"/>
              <a:t>  use: {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downloadsPath</a:t>
            </a:r>
            <a:r>
              <a:rPr lang="en-US" dirty="0"/>
              <a:t>: 'downloads/', // auto-cleans per test</a:t>
            </a:r>
          </a:p>
          <a:p>
            <a:pPr marL="457200" lvl="1" indent="0">
              <a:buNone/>
            </a:pPr>
            <a:r>
              <a:rPr lang="en-US" dirty="0"/>
              <a:t>  }</a:t>
            </a:r>
          </a:p>
          <a:p>
            <a:pPr marL="457200" lvl="1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E58D7E-829E-904B-633A-A99A2B0F3ED3}"/>
              </a:ext>
            </a:extLst>
          </p:cNvPr>
          <p:cNvSpPr txBox="1"/>
          <p:nvPr/>
        </p:nvSpPr>
        <p:spPr>
          <a:xfrm>
            <a:off x="348713" y="742372"/>
            <a:ext cx="76329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Or set per context:</a:t>
            </a:r>
          </a:p>
          <a:p>
            <a:pPr marL="457200" lvl="1" indent="0">
              <a:buNone/>
            </a:pPr>
            <a:r>
              <a:rPr lang="en-US" dirty="0"/>
              <a:t>const context = await </a:t>
            </a:r>
            <a:r>
              <a:rPr lang="en-US" dirty="0" err="1"/>
              <a:t>browser.newContext</a:t>
            </a:r>
            <a:r>
              <a:rPr lang="en-US" dirty="0"/>
              <a:t>({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acceptDownloads</a:t>
            </a:r>
            <a:r>
              <a:rPr lang="en-US" dirty="0"/>
              <a:t>: true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Best Practices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59FEF15-CF03-49DD-8364-233C2A0360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9121971"/>
              </p:ext>
            </p:extLst>
          </p:nvPr>
        </p:nvGraphicFramePr>
        <p:xfrm>
          <a:off x="725016" y="2188836"/>
          <a:ext cx="7693968" cy="2773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6984">
                  <a:extLst>
                    <a:ext uri="{9D8B030D-6E8A-4147-A177-3AD203B41FA5}">
                      <a16:colId xmlns:a16="http://schemas.microsoft.com/office/drawing/2014/main" val="2175960309"/>
                    </a:ext>
                  </a:extLst>
                </a:gridCol>
                <a:gridCol w="3846984">
                  <a:extLst>
                    <a:ext uri="{9D8B030D-6E8A-4147-A177-3AD203B41FA5}">
                      <a16:colId xmlns:a16="http://schemas.microsoft.com/office/drawing/2014/main" val="1487363522"/>
                    </a:ext>
                  </a:extLst>
                </a:gridCol>
              </a:tblGrid>
              <a:tr h="258851">
                <a:tc>
                  <a:txBody>
                    <a:bodyPr/>
                    <a:lstStyle/>
                    <a:p>
                      <a:r>
                        <a:rPr lang="en-US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Practice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53524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/>
                        <a:t>File Upload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relative paths from project root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039305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/>
                        <a:t>Multiple Uploads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array with setInputFiles()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775985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 dirty="0"/>
                        <a:t>Download Timing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Always use waitForEvent('download') before triggering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325166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/>
                        <a:t>Test Isolation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temporary download folders or cleanup after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151095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/>
                        <a:t>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Validate file existence, size, or contents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710029"/>
                  </a:ext>
                </a:extLst>
              </a:tr>
              <a:tr h="258851">
                <a:tc>
                  <a:txBody>
                    <a:bodyPr/>
                    <a:lstStyle/>
                    <a:p>
                      <a:r>
                        <a:rPr lang="en-US" b="1" dirty="0"/>
                        <a:t>Security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file validation messages (wrong type, size,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04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18051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583</Words>
  <Application>Microsoft Office PowerPoint</Application>
  <PresentationFormat>On-screen Show (16:9)</PresentationFormat>
  <Paragraphs>96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Roboto</vt:lpstr>
      <vt:lpstr>Material</vt:lpstr>
      <vt:lpstr>Handling File Uploads &amp; Downloads</vt:lpstr>
      <vt:lpstr>Overview</vt:lpstr>
      <vt:lpstr>PowerPoint Presentation</vt:lpstr>
      <vt:lpstr>File Download in Playwright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58</cp:revision>
  <dcterms:modified xsi:type="dcterms:W3CDTF">2025-08-26T13:27:06Z</dcterms:modified>
</cp:coreProperties>
</file>