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72" r:id="rId3"/>
    <p:sldId id="274" r:id="rId4"/>
    <p:sldId id="281" r:id="rId5"/>
    <p:sldId id="282" r:id="rId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428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50108157-73E7-1F7A-15CD-348D01B6D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9C5FD5AA-3B28-23AE-6318-197DBA2B82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D6CBEA59-2824-E3B0-EDB1-926AE05EA8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3241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64018789-83D9-CB0E-0920-8188DAD46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5959050C-3B6B-59E8-5FF8-EFD8A8715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7968728A-CA0C-4A0A-2F63-34642D9FA0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6605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C4DC8629-DF18-9425-15F3-9F410D36E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FED9381E-1389-535D-DDF6-F8E698AFBD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D533645C-93E2-57E5-492B-F612065E76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8412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390524" y="1819275"/>
            <a:ext cx="8490005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Polymorphism in JavaScript (OOP)</a:t>
            </a:r>
            <a:endParaRPr dirty="0"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One Interface, Many Implementations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B120C1A8-6D6C-10CF-6638-895975102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EC957D62-6F88-B9C1-46FE-75FA9FDA0C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8382"/>
            <a:ext cx="8974866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000" dirty="0"/>
              <a:t>What is Polymorphism?</a:t>
            </a:r>
            <a:endParaRPr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16960C-738A-9E7B-9C44-BF90578A94D1}"/>
              </a:ext>
            </a:extLst>
          </p:cNvPr>
          <p:cNvSpPr txBox="1"/>
          <p:nvPr/>
        </p:nvSpPr>
        <p:spPr>
          <a:xfrm>
            <a:off x="74133" y="694653"/>
            <a:ext cx="882660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Polymorphism means 'many forms'.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same method can have different implementations in different classes.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Achieved in JavaScript through method overriding and simulated overloading.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lvl="0">
              <a:lnSpc>
                <a:spcPct val="150000"/>
              </a:lnSpc>
            </a:pPr>
            <a:r>
              <a:rPr lang="en-US" sz="1600" b="1" dirty="0"/>
              <a:t>Benefits of Polymorphism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Increases flexibility and scalability.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Makes it easier to extend and maintain code.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Promotes code reusability.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Helps design systems with a common interface.</a:t>
            </a:r>
          </a:p>
          <a:p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/>
              <a:t>Method Overriding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 Overriding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happens when a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 class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provides its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own implementation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a method that already exists in the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parent class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 name must be the same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both classes.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child’s version replaces (overrides)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parent’s version when called on a child object.</a:t>
            </a:r>
          </a:p>
        </p:txBody>
      </p:sp>
    </p:spTree>
    <p:extLst>
      <p:ext uri="{BB962C8B-B14F-4D97-AF65-F5344CB8AC3E}">
        <p14:creationId xmlns:p14="http://schemas.microsoft.com/office/powerpoint/2010/main" val="2694167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A7771B0E-52CB-B367-CF9E-0C6CAC251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923A129E-7163-D84A-5126-2119515FAF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50000"/>
              </a:lnSpc>
            </a:pPr>
            <a:r>
              <a:rPr lang="en-US" dirty="0"/>
              <a:t>Method Overriding Example 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60FAD7-6E34-E5DF-6A27-287BEE1CA7A4}"/>
              </a:ext>
            </a:extLst>
          </p:cNvPr>
          <p:cNvSpPr txBox="1"/>
          <p:nvPr/>
        </p:nvSpPr>
        <p:spPr>
          <a:xfrm>
            <a:off x="98250" y="619050"/>
            <a:ext cx="882660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Animal {</a:t>
            </a:r>
          </a:p>
          <a:p>
            <a:r>
              <a:rPr lang="en-US" dirty="0"/>
              <a:t>  speak() {</a:t>
            </a:r>
          </a:p>
          <a:p>
            <a:r>
              <a:rPr lang="en-US" dirty="0"/>
              <a:t>    console.log('Animal makes a sound');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Dog extends Animal {</a:t>
            </a:r>
          </a:p>
          <a:p>
            <a:r>
              <a:rPr lang="en-US" dirty="0"/>
              <a:t>  speak() {</a:t>
            </a:r>
          </a:p>
          <a:p>
            <a:r>
              <a:rPr lang="en-US" dirty="0"/>
              <a:t>    console.log('Dog barks');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Cat extends Animal {</a:t>
            </a:r>
          </a:p>
          <a:p>
            <a:r>
              <a:rPr lang="en-US" dirty="0"/>
              <a:t>  speak() {</a:t>
            </a:r>
          </a:p>
          <a:p>
            <a:r>
              <a:rPr lang="en-US" dirty="0"/>
              <a:t>    console.log('Cat meows');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const animals = [new Dog(), new Cat()];</a:t>
            </a:r>
          </a:p>
          <a:p>
            <a:r>
              <a:rPr lang="en-US" dirty="0" err="1"/>
              <a:t>animals.forEach</a:t>
            </a:r>
            <a:r>
              <a:rPr lang="en-US" dirty="0"/>
              <a:t>(a =&gt; </a:t>
            </a:r>
            <a:r>
              <a:rPr lang="en-US" dirty="0" err="1"/>
              <a:t>a.speak</a:t>
            </a:r>
            <a:r>
              <a:rPr lang="en-US" dirty="0"/>
              <a:t>());</a:t>
            </a:r>
            <a:endParaRPr lang="en-IN" dirty="0"/>
          </a:p>
          <a:p>
            <a:endParaRPr lang="en-IN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424192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080BD044-2FA7-E469-7EF1-689994839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EA890BDF-7036-9393-BE1C-FDCF711CB3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Simulating Method Overloading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FAFFC2-9AB3-0A42-F23C-F233E7A59C22}"/>
              </a:ext>
            </a:extLst>
          </p:cNvPr>
          <p:cNvSpPr txBox="1"/>
          <p:nvPr/>
        </p:nvSpPr>
        <p:spPr>
          <a:xfrm>
            <a:off x="98250" y="619050"/>
            <a:ext cx="882660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JavaScript does not support true method overloading.</a:t>
            </a:r>
          </a:p>
          <a:p>
            <a:r>
              <a:rPr lang="en-US" dirty="0"/>
              <a:t>But we can simulate it with default parameters or argument checks.</a:t>
            </a:r>
          </a:p>
          <a:p>
            <a:endParaRPr lang="en-US" dirty="0"/>
          </a:p>
          <a:p>
            <a:r>
              <a:rPr lang="en-US" dirty="0"/>
              <a:t>class Calculator {</a:t>
            </a:r>
          </a:p>
          <a:p>
            <a:r>
              <a:rPr lang="en-US" dirty="0"/>
              <a:t>  add(a, b, c) {</a:t>
            </a:r>
          </a:p>
          <a:p>
            <a:r>
              <a:rPr lang="en-US" dirty="0"/>
              <a:t>    if (c !== undefined) return a + b + c;</a:t>
            </a:r>
          </a:p>
          <a:p>
            <a:r>
              <a:rPr lang="en-US" dirty="0"/>
              <a:t>    return a + b;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const calc = new Calculator();</a:t>
            </a:r>
          </a:p>
          <a:p>
            <a:r>
              <a:rPr lang="en-US" dirty="0"/>
              <a:t>console.log(</a:t>
            </a:r>
            <a:r>
              <a:rPr lang="en-US" dirty="0" err="1"/>
              <a:t>calc.add</a:t>
            </a:r>
            <a:r>
              <a:rPr lang="en-US" dirty="0"/>
              <a:t>(2, 3)); // 5</a:t>
            </a:r>
          </a:p>
          <a:p>
            <a:r>
              <a:rPr lang="en-US" dirty="0"/>
              <a:t>console.log(</a:t>
            </a:r>
            <a:r>
              <a:rPr lang="en-US" dirty="0" err="1"/>
              <a:t>calc.add</a:t>
            </a:r>
            <a:r>
              <a:rPr lang="en-US" dirty="0"/>
              <a:t>(2, 3, 4)); // 9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254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4B99A-60AC-E891-878E-1F379E8F7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World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0626F3-23C7-C304-CD9C-A1567D8C3D81}"/>
              </a:ext>
            </a:extLst>
          </p:cNvPr>
          <p:cNvSpPr txBox="1"/>
          <p:nvPr/>
        </p:nvSpPr>
        <p:spPr>
          <a:xfrm>
            <a:off x="534691" y="875045"/>
            <a:ext cx="8035871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class Payment {</a:t>
            </a:r>
          </a:p>
          <a:p>
            <a:r>
              <a:rPr lang="en-US" dirty="0"/>
              <a:t>  process(amount) {</a:t>
            </a:r>
          </a:p>
          <a:p>
            <a:r>
              <a:rPr lang="en-US" dirty="0"/>
              <a:t>    console.log(`Processing payment of $${amount}`);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CreditCardPayment</a:t>
            </a:r>
            <a:r>
              <a:rPr lang="en-US" dirty="0"/>
              <a:t> extends Payment {</a:t>
            </a:r>
          </a:p>
          <a:p>
            <a:r>
              <a:rPr lang="en-US" dirty="0"/>
              <a:t>  process(amount) {</a:t>
            </a:r>
          </a:p>
          <a:p>
            <a:r>
              <a:rPr lang="en-US" dirty="0"/>
              <a:t>    console.log(`Processing credit card payment of $${amount}`);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PayPalPayment</a:t>
            </a:r>
            <a:r>
              <a:rPr lang="en-US" dirty="0"/>
              <a:t> extends Payment {</a:t>
            </a:r>
          </a:p>
          <a:p>
            <a:r>
              <a:rPr lang="en-US" dirty="0"/>
              <a:t>  process(amount) {</a:t>
            </a:r>
          </a:p>
          <a:p>
            <a:r>
              <a:rPr lang="en-US" dirty="0"/>
              <a:t>    console.log(`Processing PayPal payment of $${amount}`);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909629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1619</TotalTime>
  <Words>380</Words>
  <Application>Microsoft Office PowerPoint</Application>
  <PresentationFormat>On-screen Show (16:9)</PresentationFormat>
  <Paragraphs>74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Wingdings</vt:lpstr>
      <vt:lpstr>Roboto</vt:lpstr>
      <vt:lpstr>Calibri</vt:lpstr>
      <vt:lpstr>Arial</vt:lpstr>
      <vt:lpstr>Material</vt:lpstr>
      <vt:lpstr>Polymorphism in JavaScript (OOP)</vt:lpstr>
      <vt:lpstr>What is Polymorphism?</vt:lpstr>
      <vt:lpstr>Method Overriding Example :</vt:lpstr>
      <vt:lpstr>Simulating Method Overloading</vt:lpstr>
      <vt:lpstr>Real World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admin</cp:lastModifiedBy>
  <cp:revision>91</cp:revision>
  <dcterms:modified xsi:type="dcterms:W3CDTF">2025-08-23T06:16:48Z</dcterms:modified>
</cp:coreProperties>
</file>