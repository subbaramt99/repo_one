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65" r:id="rId4"/>
    <p:sldId id="266" r:id="rId5"/>
    <p:sldId id="267" r:id="rId6"/>
    <p:sldId id="268" r:id="rId7"/>
    <p:sldId id="269" r:id="rId8"/>
    <p:sldId id="272" r:id="rId9"/>
    <p:sldId id="270" r:id="rId10"/>
    <p:sldId id="271" r:id="rId1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FFC5DF81-988D-05D3-89FE-48F1262A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CD3342D-504F-B544-E3F3-4F259B1CB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A3EF0777-40E6-1011-62ED-9B2F330E4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778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DB0295C-9302-E1A8-B34A-6C42545D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AB438A8-CFB3-C089-67DA-B7C9B7EA9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9C9561E9-CF49-C5C4-96CC-ABCB6D75B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360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JavaScript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Loops and Iteration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4367" y="949842"/>
            <a:ext cx="8826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b="1" dirty="0"/>
              <a:t>What Are Loops?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dirty="0"/>
              <a:t>Loops are used to execute a block of code repeatedly, based on a condition. They help automate repetitive tasks and reduce code duplication.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Types of Loops in JavaScript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C79D6-AEB3-D2F8-2983-F72AF3CB6A56}"/>
              </a:ext>
            </a:extLst>
          </p:cNvPr>
          <p:cNvSpPr txBox="1"/>
          <p:nvPr/>
        </p:nvSpPr>
        <p:spPr>
          <a:xfrm>
            <a:off x="356461" y="922149"/>
            <a:ext cx="8392332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87A3563-F9F0-4B3A-9DB3-10C0EAF6A6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5923749"/>
              </p:ext>
            </p:extLst>
          </p:nvPr>
        </p:nvGraphicFramePr>
        <p:xfrm>
          <a:off x="742739" y="1208628"/>
          <a:ext cx="7619776" cy="27262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09888">
                  <a:extLst>
                    <a:ext uri="{9D8B030D-6E8A-4147-A177-3AD203B41FA5}">
                      <a16:colId xmlns:a16="http://schemas.microsoft.com/office/drawing/2014/main" val="2203217239"/>
                    </a:ext>
                  </a:extLst>
                </a:gridCol>
                <a:gridCol w="3809888">
                  <a:extLst>
                    <a:ext uri="{9D8B030D-6E8A-4147-A177-3AD203B41FA5}">
                      <a16:colId xmlns:a16="http://schemas.microsoft.com/office/drawing/2014/main" val="2913326924"/>
                    </a:ext>
                  </a:extLst>
                </a:gridCol>
              </a:tblGrid>
              <a:tr h="306178">
                <a:tc>
                  <a:txBody>
                    <a:bodyPr/>
                    <a:lstStyle/>
                    <a:p>
                      <a:r>
                        <a:rPr lang="en-US" dirty="0"/>
                        <a:t>Loop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6759056"/>
                  </a:ext>
                </a:extLst>
              </a:tr>
              <a:tr h="528472">
                <a:tc>
                  <a:txBody>
                    <a:bodyPr/>
                    <a:lstStyle/>
                    <a:p>
                      <a:r>
                        <a:rPr lang="en-US"/>
                        <a:t>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Loop with a known number of iterations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999991"/>
                  </a:ext>
                </a:extLst>
              </a:tr>
              <a:tr h="528472">
                <a:tc>
                  <a:txBody>
                    <a:bodyPr/>
                    <a:lstStyle/>
                    <a:p>
                      <a:r>
                        <a:rPr lang="en-US"/>
                        <a:t>while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Loop with a condition checked before each run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658276"/>
                  </a:ext>
                </a:extLst>
              </a:tr>
              <a:tr h="528472">
                <a:tc>
                  <a:txBody>
                    <a:bodyPr/>
                    <a:lstStyle/>
                    <a:p>
                      <a:r>
                        <a:rPr lang="en-US" dirty="0"/>
                        <a:t>do...while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Loop with a condition checked </a:t>
                      </a:r>
                      <a:r>
                        <a:rPr lang="en-US" b="1"/>
                        <a:t>after</a:t>
                      </a:r>
                      <a:r>
                        <a:rPr lang="en-US"/>
                        <a:t> each run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974460"/>
                  </a:ext>
                </a:extLst>
              </a:tr>
              <a:tr h="528472">
                <a:tc>
                  <a:txBody>
                    <a:bodyPr/>
                    <a:lstStyle/>
                    <a:p>
                      <a:r>
                        <a:rPr lang="en-US"/>
                        <a:t>for...of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Iterates over </a:t>
                      </a:r>
                      <a:r>
                        <a:rPr lang="en-US" b="1"/>
                        <a:t>iterable objects</a:t>
                      </a:r>
                      <a:r>
                        <a:rPr lang="en-US"/>
                        <a:t> (arrays, strings)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713266"/>
                  </a:ext>
                </a:extLst>
              </a:tr>
              <a:tr h="306178">
                <a:tc>
                  <a:txBody>
                    <a:bodyPr/>
                    <a:lstStyle/>
                    <a:p>
                      <a:r>
                        <a:rPr lang="en-US"/>
                        <a:t>for...in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Iterates over </a:t>
                      </a:r>
                      <a:r>
                        <a:rPr lang="en-US" b="1" dirty="0"/>
                        <a:t>object properties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23121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E949372-58EC-6E30-CFC6-3728E7D940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for Loop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348713" y="867906"/>
            <a:ext cx="8576137" cy="354911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37CF2-2EFC-C646-D7F1-785838FA1988}"/>
              </a:ext>
            </a:extLst>
          </p:cNvPr>
          <p:cNvSpPr txBox="1"/>
          <p:nvPr/>
        </p:nvSpPr>
        <p:spPr>
          <a:xfrm>
            <a:off x="348713" y="976393"/>
            <a:ext cx="84465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Best for when you know how many times to loop.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Syntax: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(initialization; condition; increment) {</a:t>
            </a:r>
          </a:p>
          <a:p>
            <a:pPr marL="0" indent="0">
              <a:buNone/>
            </a:pPr>
            <a:r>
              <a:rPr lang="en-US" dirty="0"/>
              <a:t>  // code block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(let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&lt;= 5;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console.log("Iteration:",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A48A8C40-29AD-AB3B-85A9-0D6A09CD7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while Loop</a:t>
            </a:r>
            <a:endParaRPr sz="20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565688" y="891154"/>
            <a:ext cx="8175356" cy="386682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D4D05-711B-8F7A-5ADB-8378752EEFD0}"/>
              </a:ext>
            </a:extLst>
          </p:cNvPr>
          <p:cNvSpPr txBox="1"/>
          <p:nvPr/>
        </p:nvSpPr>
        <p:spPr>
          <a:xfrm>
            <a:off x="402956" y="976393"/>
            <a:ext cx="833808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Runs as long as the condition is true.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Syntax: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while (condition) {</a:t>
            </a:r>
          </a:p>
          <a:p>
            <a:pPr marL="0" indent="0">
              <a:buNone/>
            </a:pPr>
            <a:r>
              <a:rPr lang="en-US" dirty="0"/>
              <a:t>  // code block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count = 1;</a:t>
            </a:r>
          </a:p>
          <a:p>
            <a:pPr marL="0" indent="0">
              <a:buNone/>
            </a:pPr>
            <a:r>
              <a:rPr lang="en-US" dirty="0"/>
              <a:t>while (count &lt;= 3) {</a:t>
            </a:r>
          </a:p>
          <a:p>
            <a:pPr marL="0" indent="0">
              <a:buNone/>
            </a:pPr>
            <a:r>
              <a:rPr lang="en-US" dirty="0"/>
              <a:t>  console.log("Count is:", count);</a:t>
            </a:r>
          </a:p>
          <a:p>
            <a:pPr marL="0" indent="0">
              <a:buNone/>
            </a:pPr>
            <a:r>
              <a:rPr lang="en-US" dirty="0"/>
              <a:t>  count++;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3698AD6-1B4D-D4D5-DB35-83BD949C4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DD7BE-4D1F-4F63-AE26-E4652B31F514}"/>
              </a:ext>
            </a:extLst>
          </p:cNvPr>
          <p:cNvSpPr txBox="1">
            <a:spLocks/>
          </p:cNvSpPr>
          <p:nvPr/>
        </p:nvSpPr>
        <p:spPr>
          <a:xfrm>
            <a:off x="317715" y="759416"/>
            <a:ext cx="8508570" cy="421553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Executes the code at least once, then checks the condition.</a:t>
            </a:r>
          </a:p>
          <a:p>
            <a:pPr marL="0" indent="0">
              <a:buNone/>
            </a:pPr>
            <a:r>
              <a:rPr lang="en-US" b="1" dirty="0"/>
              <a:t>Syntax: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do {</a:t>
            </a:r>
          </a:p>
          <a:p>
            <a:pPr marL="0" indent="0">
              <a:buNone/>
            </a:pPr>
            <a:r>
              <a:rPr lang="en-US" dirty="0"/>
              <a:t>  // code block</a:t>
            </a:r>
          </a:p>
          <a:p>
            <a:pPr marL="0" indent="0">
              <a:buNone/>
            </a:pPr>
            <a:r>
              <a:rPr lang="en-US" dirty="0"/>
              <a:t>} while (condition);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num = 1;</a:t>
            </a:r>
          </a:p>
          <a:p>
            <a:pPr marL="0" indent="0">
              <a:buNone/>
            </a:pPr>
            <a:r>
              <a:rPr lang="en-US" dirty="0"/>
              <a:t>do {</a:t>
            </a:r>
          </a:p>
          <a:p>
            <a:pPr marL="0" indent="0">
              <a:buNone/>
            </a:pPr>
            <a:r>
              <a:rPr lang="en-US" dirty="0"/>
              <a:t>  console.log("Number is:", num);</a:t>
            </a:r>
          </a:p>
          <a:p>
            <a:pPr marL="0" indent="0">
              <a:buNone/>
            </a:pPr>
            <a:r>
              <a:rPr lang="en-US" dirty="0"/>
              <a:t>  num++;</a:t>
            </a:r>
          </a:p>
          <a:p>
            <a:pPr marL="0" indent="0">
              <a:buNone/>
            </a:pPr>
            <a:r>
              <a:rPr lang="en-US" dirty="0"/>
              <a:t>} while (num &lt;= 3);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Google Shape;127;p22">
            <a:extLst>
              <a:ext uri="{FF2B5EF4-FFF2-40B4-BE49-F238E27FC236}">
                <a16:creationId xmlns:a16="http://schemas.microsoft.com/office/drawing/2014/main" id="{ED0AAD04-96C4-CF9E-89DA-E9EF89181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/>
              <a:t>do...while Loop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6808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5F1E17E2-AFB3-2C7E-FA14-D201B13D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6A266D-E061-4F1D-9C6F-3F09C4FB8C21}"/>
              </a:ext>
            </a:extLst>
          </p:cNvPr>
          <p:cNvSpPr txBox="1">
            <a:spLocks/>
          </p:cNvSpPr>
          <p:nvPr/>
        </p:nvSpPr>
        <p:spPr>
          <a:xfrm>
            <a:off x="371959" y="808383"/>
            <a:ext cx="8369085" cy="389535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Used to iterate over </a:t>
            </a:r>
            <a:r>
              <a:rPr lang="en-US" dirty="0" err="1"/>
              <a:t>iterable</a:t>
            </a:r>
            <a:r>
              <a:rPr lang="en-US" dirty="0"/>
              <a:t> objects like arrays or strings.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Syntax: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(let item of </a:t>
            </a:r>
            <a:r>
              <a:rPr lang="en-US" dirty="0" err="1"/>
              <a:t>iterable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// code block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fruits = ["apple", "banana", "cherry"];</a:t>
            </a:r>
          </a:p>
          <a:p>
            <a:pPr marL="0" indent="0">
              <a:buNone/>
            </a:pPr>
            <a:r>
              <a:rPr lang="en-US" dirty="0"/>
              <a:t>for (let fruit of fruits) {</a:t>
            </a:r>
          </a:p>
          <a:p>
            <a:pPr marL="0" indent="0">
              <a:buNone/>
            </a:pPr>
            <a:r>
              <a:rPr lang="en-US" dirty="0"/>
              <a:t>  console.log(fruit);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2E5E856E-0F29-F4CF-A4D0-B1A788160A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/>
              <a:t>for...of Loop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752457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EDA6-4985-9B7E-1CC1-69407CBEF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for...in Loop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1315E-354E-5937-A8B8-4813D5CDC103}"/>
              </a:ext>
            </a:extLst>
          </p:cNvPr>
          <p:cNvSpPr txBox="1"/>
          <p:nvPr/>
        </p:nvSpPr>
        <p:spPr>
          <a:xfrm>
            <a:off x="303760" y="819541"/>
            <a:ext cx="84155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Used to iterate over enumerable properties of an object.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Syntax: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(let key in object) {</a:t>
            </a:r>
          </a:p>
          <a:p>
            <a:pPr marL="0" indent="0">
              <a:buNone/>
            </a:pPr>
            <a:r>
              <a:rPr lang="en-US" dirty="0"/>
              <a:t>  // code block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user = { name: "Alice", age: 25 };</a:t>
            </a:r>
          </a:p>
          <a:p>
            <a:pPr marL="0" indent="0">
              <a:buNone/>
            </a:pPr>
            <a:r>
              <a:rPr lang="en-US" dirty="0"/>
              <a:t>for (let key in user) {</a:t>
            </a:r>
          </a:p>
          <a:p>
            <a:pPr marL="0" indent="0">
              <a:buNone/>
            </a:pPr>
            <a:r>
              <a:rPr lang="en-US" dirty="0"/>
              <a:t>  console.log(key + ": " + user[key]);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863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9682-7D30-A049-ECAD-A2494FC9E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Loop Control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FFDD8-93C1-C9C0-BE1A-604D2091003C}"/>
              </a:ext>
            </a:extLst>
          </p:cNvPr>
          <p:cNvSpPr txBox="1"/>
          <p:nvPr/>
        </p:nvSpPr>
        <p:spPr>
          <a:xfrm>
            <a:off x="240224" y="896079"/>
            <a:ext cx="852406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break</a:t>
            </a:r>
          </a:p>
          <a:p>
            <a:pPr marL="0" indent="0">
              <a:buNone/>
            </a:pPr>
            <a:r>
              <a:rPr lang="en-US" dirty="0"/>
              <a:t>Exits the loop immediately.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(let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&lt;= 10;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if (</a:t>
            </a:r>
            <a:r>
              <a:rPr lang="en-US" dirty="0" err="1"/>
              <a:t>i</a:t>
            </a:r>
            <a:r>
              <a:rPr lang="en-US" dirty="0"/>
              <a:t> === 5) break;</a:t>
            </a:r>
          </a:p>
          <a:p>
            <a:pPr marL="0" indent="0">
              <a:buNone/>
            </a:pPr>
            <a:r>
              <a:rPr lang="en-US" dirty="0"/>
              <a:t>  console.log(</a:t>
            </a:r>
            <a:r>
              <a:rPr lang="en-US" dirty="0" err="1"/>
              <a:t>i</a:t>
            </a:r>
            <a:r>
              <a:rPr lang="en-US" dirty="0"/>
              <a:t>); // stops at 4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b="1" dirty="0"/>
              <a:t>continue</a:t>
            </a:r>
          </a:p>
          <a:p>
            <a:pPr marL="0" indent="0">
              <a:buNone/>
            </a:pPr>
            <a:r>
              <a:rPr lang="en-US" dirty="0"/>
              <a:t>Skips the current iteration and proceeds to the next.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(let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&lt;= 5;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if (</a:t>
            </a:r>
            <a:r>
              <a:rPr lang="en-US" dirty="0" err="1"/>
              <a:t>i</a:t>
            </a:r>
            <a:r>
              <a:rPr lang="en-US" dirty="0"/>
              <a:t> === 3) continue;</a:t>
            </a:r>
          </a:p>
          <a:p>
            <a:pPr marL="0" indent="0">
              <a:buNone/>
            </a:pPr>
            <a:r>
              <a:rPr lang="en-US" dirty="0"/>
              <a:t>  console.log(</a:t>
            </a:r>
            <a:r>
              <a:rPr lang="en-US" dirty="0" err="1"/>
              <a:t>i</a:t>
            </a:r>
            <a:r>
              <a:rPr lang="en-US" dirty="0"/>
              <a:t>); // skips 3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97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3C382-1872-4A77-A432-5EB12E912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Infinite Loops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762CD4-3B80-207A-42D1-14099BDB4269}"/>
              </a:ext>
            </a:extLst>
          </p:cNvPr>
          <p:cNvSpPr txBox="1"/>
          <p:nvPr/>
        </p:nvSpPr>
        <p:spPr>
          <a:xfrm>
            <a:off x="317715" y="803003"/>
            <a:ext cx="85085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Be careful with loops that never meet an exit condition: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while (true) {</a:t>
            </a:r>
          </a:p>
          <a:p>
            <a:pPr marL="0" indent="0">
              <a:buNone/>
            </a:pPr>
            <a:r>
              <a:rPr lang="en-US" dirty="0"/>
              <a:t>  // This will run forever unless a break condition is added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48794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</TotalTime>
  <Words>501</Words>
  <Application>Microsoft Office PowerPoint</Application>
  <PresentationFormat>On-screen Show (16:9)</PresentationFormat>
  <Paragraphs>128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Roboto</vt:lpstr>
      <vt:lpstr>Arial</vt:lpstr>
      <vt:lpstr>Material</vt:lpstr>
      <vt:lpstr>Loops and Iteration</vt:lpstr>
      <vt:lpstr>PowerPoint Presentation</vt:lpstr>
      <vt:lpstr>Types of Loops in JavaScript</vt:lpstr>
      <vt:lpstr>for Loop</vt:lpstr>
      <vt:lpstr>while Loop</vt:lpstr>
      <vt:lpstr>do...while Loop</vt:lpstr>
      <vt:lpstr>for...of Loop</vt:lpstr>
      <vt:lpstr>for...in Loop</vt:lpstr>
      <vt:lpstr> Loop Control Statements</vt:lpstr>
      <vt:lpstr>Infinite Loops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39</cp:revision>
  <dcterms:modified xsi:type="dcterms:W3CDTF">2025-08-23T08:15:37Z</dcterms:modified>
</cp:coreProperties>
</file>