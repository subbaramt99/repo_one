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72" r:id="rId3"/>
    <p:sldId id="274" r:id="rId4"/>
    <p:sldId id="281" r:id="rId5"/>
    <p:sldId id="280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4018789-83D9-CB0E-0920-8188DAD4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959050C-3B6B-59E8-5FF8-EFD8A8715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7968728A-CA0C-4A0A-2F63-34642D9FA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605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C4DC8629-DF18-9425-15F3-9F410D36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FED9381E-1389-535D-DDF6-F8E698AFB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533645C-93E2-57E5-492B-F612065E7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412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428CEBB0-B06C-9E80-E8C3-325ECAC3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15281FFE-4002-F6E9-CBFE-D67F73F18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C03E08A5-AEF0-62B5-30CB-696162394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35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154984" y="1819275"/>
            <a:ext cx="8888278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Abstraction in JavaScript (OOP)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Hiding Details and Showing Essentials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8382"/>
            <a:ext cx="8974866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What is Abstraction?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6960C-738A-9E7B-9C44-BF90578A94D1}"/>
              </a:ext>
            </a:extLst>
          </p:cNvPr>
          <p:cNvSpPr txBox="1"/>
          <p:nvPr/>
        </p:nvSpPr>
        <p:spPr>
          <a:xfrm>
            <a:off x="74133" y="736523"/>
            <a:ext cx="8826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Abstraction means hiding internal details and exposing only necessary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Focus on 'what an object does' rather than 'how it does it'.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JavaScript, abstraction is achieved using:</a:t>
            </a:r>
          </a:p>
          <a:p>
            <a:pPr>
              <a:lnSpc>
                <a:spcPct val="150000"/>
              </a:lnSpc>
            </a:pPr>
            <a:r>
              <a:rPr lang="en-US" dirty="0"/>
              <a:t>   • Methods</a:t>
            </a:r>
          </a:p>
          <a:p>
            <a:pPr>
              <a:lnSpc>
                <a:spcPct val="150000"/>
              </a:lnSpc>
            </a:pPr>
            <a:r>
              <a:rPr lang="en-US" dirty="0"/>
              <a:t>   • Encapsulation with private fields (#)</a:t>
            </a:r>
          </a:p>
          <a:p>
            <a:pPr>
              <a:lnSpc>
                <a:spcPct val="150000"/>
              </a:lnSpc>
            </a:pPr>
            <a:r>
              <a:rPr lang="en-US" dirty="0"/>
              <a:t>   • Abstract-like class design patterns</a:t>
            </a:r>
          </a:p>
          <a:p>
            <a:pPr>
              <a:lnSpc>
                <a:spcPct val="150000"/>
              </a:lnSpc>
            </a:pPr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pPr lvl="0">
              <a:lnSpc>
                <a:spcPct val="150000"/>
              </a:lnSpc>
            </a:pP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6">
              <a:lnSpc>
                <a:spcPct val="150000"/>
              </a:lnSpc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6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6"/>
            <a:endParaRPr lang="en-US" b="1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6"/>
            <a:endParaRPr lang="en-US" b="1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7771B0E-52CB-B367-CF9E-0C6CAC25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23A129E-7163-D84A-5126-2119515FA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Example of Abstraction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0FAD7-6E34-E5DF-6A27-287BEE1CA7A4}"/>
              </a:ext>
            </a:extLst>
          </p:cNvPr>
          <p:cNvSpPr txBox="1"/>
          <p:nvPr/>
        </p:nvSpPr>
        <p:spPr>
          <a:xfrm>
            <a:off x="158700" y="900362"/>
            <a:ext cx="88266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class </a:t>
            </a:r>
            <a:r>
              <a:rPr lang="en-US" sz="1600" dirty="0" err="1"/>
              <a:t>BankAccount</a:t>
            </a:r>
            <a:r>
              <a:rPr lang="en-US" sz="1600" dirty="0"/>
              <a:t> {</a:t>
            </a:r>
          </a:p>
          <a:p>
            <a:r>
              <a:rPr lang="en-US" sz="1600" dirty="0"/>
              <a:t>  #balance = 0; // private field</a:t>
            </a:r>
          </a:p>
          <a:p>
            <a:endParaRPr lang="en-US" sz="1600" dirty="0"/>
          </a:p>
          <a:p>
            <a:r>
              <a:rPr lang="en-US" sz="1600" dirty="0"/>
              <a:t>  deposit(amount) 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this.#balance</a:t>
            </a:r>
            <a:r>
              <a:rPr lang="en-US" sz="1600" dirty="0"/>
              <a:t> += amount;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dirty="0" err="1"/>
              <a:t>getBalance</a:t>
            </a:r>
            <a:r>
              <a:rPr lang="en-US" sz="1600" dirty="0"/>
              <a:t>() {</a:t>
            </a:r>
          </a:p>
          <a:p>
            <a:r>
              <a:rPr lang="en-US" sz="1600" dirty="0"/>
              <a:t>    return </a:t>
            </a:r>
            <a:r>
              <a:rPr lang="en-US" sz="1600" dirty="0" err="1"/>
              <a:t>this.#balance</a:t>
            </a:r>
            <a:r>
              <a:rPr lang="en-US" sz="1600" dirty="0"/>
              <a:t>; // hides implementation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const acc = new </a:t>
            </a:r>
            <a:r>
              <a:rPr lang="en-US" sz="1600" dirty="0" err="1"/>
              <a:t>BankAccount</a:t>
            </a:r>
            <a:r>
              <a:rPr lang="en-US" sz="1600" dirty="0"/>
              <a:t>();</a:t>
            </a:r>
          </a:p>
          <a:p>
            <a:r>
              <a:rPr lang="en-US" sz="1600" dirty="0" err="1"/>
              <a:t>acc.deposit</a:t>
            </a:r>
            <a:r>
              <a:rPr lang="en-US" sz="1600" dirty="0"/>
              <a:t>(1000);</a:t>
            </a:r>
          </a:p>
          <a:p>
            <a:r>
              <a:rPr lang="en-US" sz="1600" dirty="0"/>
              <a:t>console.log(</a:t>
            </a:r>
            <a:r>
              <a:rPr lang="en-US" sz="1600" dirty="0" err="1"/>
              <a:t>acc.getBalance</a:t>
            </a:r>
            <a:r>
              <a:rPr lang="en-US" sz="1600" dirty="0"/>
              <a:t>()); // 1000</a:t>
            </a:r>
            <a:endParaRPr lang="en-IN" dirty="0"/>
          </a:p>
          <a:p>
            <a:endParaRPr lang="en-IN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2419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80BD044-2FA7-E469-7EF1-68999483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A890BDF-7036-9393-BE1C-FDCF711CB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Use Abstraction?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AFFC2-9AB3-0A42-F23C-F233E7A59C22}"/>
              </a:ext>
            </a:extLst>
          </p:cNvPr>
          <p:cNvSpPr txBox="1"/>
          <p:nvPr/>
        </p:nvSpPr>
        <p:spPr>
          <a:xfrm>
            <a:off x="98250" y="619050"/>
            <a:ext cx="8826600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complexity by hiding unnecessary details.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Increases security by restricting access to internal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Makes code easier to maintain and extend.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Focuses on design, not implementation.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b="1" dirty="0"/>
              <a:t>Real World Analogy</a:t>
            </a:r>
            <a:r>
              <a:rPr lang="en-US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dirty="0"/>
              <a:t>Think of a **TV remote**:</a:t>
            </a:r>
          </a:p>
          <a:p>
            <a:pPr>
              <a:lnSpc>
                <a:spcPct val="150000"/>
              </a:lnSpc>
            </a:pPr>
            <a:r>
              <a:rPr lang="en-US" dirty="0"/>
              <a:t>   • Buttons allow you to control the TV.</a:t>
            </a:r>
          </a:p>
          <a:p>
            <a:pPr>
              <a:lnSpc>
                <a:spcPct val="150000"/>
              </a:lnSpc>
            </a:pPr>
            <a:r>
              <a:rPr lang="en-US" dirty="0"/>
              <a:t>   • You don’t need to know how the circuits inside work.</a:t>
            </a:r>
          </a:p>
          <a:p>
            <a:pPr>
              <a:lnSpc>
                <a:spcPct val="150000"/>
              </a:lnSpc>
            </a:pPr>
            <a:r>
              <a:rPr lang="en-US" dirty="0"/>
              <a:t>Similarly in OOP, methods expose behavior without showing internal logic.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25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9D812B4-407A-2FF5-BB22-4489209D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593955D2-C73B-E9A4-9BA4-B50E1A2E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Abstract-like Classes in JavaScript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5ACF8-00EE-4A76-F641-963AB0869B87}"/>
              </a:ext>
            </a:extLst>
          </p:cNvPr>
          <p:cNvSpPr txBox="1"/>
          <p:nvPr/>
        </p:nvSpPr>
        <p:spPr>
          <a:xfrm>
            <a:off x="98250" y="822244"/>
            <a:ext cx="8826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does not have true abstract classes.</a:t>
            </a:r>
          </a:p>
          <a:p>
            <a:r>
              <a:rPr lang="en-US" dirty="0"/>
              <a:t>- But we can simulate abstraction using base classes.</a:t>
            </a:r>
          </a:p>
          <a:p>
            <a:endParaRPr lang="en-US" dirty="0"/>
          </a:p>
          <a:p>
            <a:r>
              <a:rPr lang="en-US" dirty="0"/>
              <a:t>class Shape {</a:t>
            </a:r>
          </a:p>
          <a:p>
            <a:r>
              <a:rPr lang="en-US" dirty="0"/>
              <a:t>  area() { throw new Error('Method must be implemented');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Circle extends Shape {</a:t>
            </a:r>
          </a:p>
          <a:p>
            <a:r>
              <a:rPr lang="en-US" dirty="0"/>
              <a:t>  constructor(r) { super(); </a:t>
            </a:r>
            <a:r>
              <a:rPr lang="en-US" dirty="0" err="1"/>
              <a:t>this.r</a:t>
            </a:r>
            <a:r>
              <a:rPr lang="en-US" dirty="0"/>
              <a:t> = r; }</a:t>
            </a:r>
          </a:p>
          <a:p>
            <a:r>
              <a:rPr lang="en-US" dirty="0"/>
              <a:t>  area() { return </a:t>
            </a:r>
            <a:r>
              <a:rPr lang="en-US" dirty="0" err="1"/>
              <a:t>Math.PI</a:t>
            </a:r>
            <a:r>
              <a:rPr lang="en-US" dirty="0"/>
              <a:t> * </a:t>
            </a:r>
            <a:r>
              <a:rPr lang="en-US" dirty="0" err="1"/>
              <a:t>this.r</a:t>
            </a:r>
            <a:r>
              <a:rPr lang="en-US" dirty="0"/>
              <a:t> * </a:t>
            </a:r>
            <a:r>
              <a:rPr lang="en-US" dirty="0" err="1"/>
              <a:t>this.r</a:t>
            </a:r>
            <a:r>
              <a:rPr lang="en-US" dirty="0"/>
              <a:t>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Benefits of Abstraction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Simplifies complex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Improves code reusability.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Enhances security of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Makes applications more flexible and scalable.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47986-2BBE-87C2-1A1E-410F222D3AD2}"/>
              </a:ext>
            </a:extLst>
          </p:cNvPr>
          <p:cNvSpPr txBox="1"/>
          <p:nvPr/>
        </p:nvSpPr>
        <p:spPr>
          <a:xfrm>
            <a:off x="6780607" y="2200927"/>
            <a:ext cx="222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133572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318</Words>
  <Application>Microsoft Office PowerPoint</Application>
  <PresentationFormat>On-screen Show (16:9)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Wingdings</vt:lpstr>
      <vt:lpstr>Roboto</vt:lpstr>
      <vt:lpstr>Calibri</vt:lpstr>
      <vt:lpstr>Arial</vt:lpstr>
      <vt:lpstr>Times New Roman</vt:lpstr>
      <vt:lpstr>Material</vt:lpstr>
      <vt:lpstr>Abstraction in JavaScript (OOP)</vt:lpstr>
      <vt:lpstr>What is Abstraction?</vt:lpstr>
      <vt:lpstr>Example of Abstraction</vt:lpstr>
      <vt:lpstr>Why Use Abstraction?</vt:lpstr>
      <vt:lpstr>Abstract-like Classes in JavaScript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95</cp:revision>
  <dcterms:modified xsi:type="dcterms:W3CDTF">2025-08-23T06:03:35Z</dcterms:modified>
</cp:coreProperties>
</file>