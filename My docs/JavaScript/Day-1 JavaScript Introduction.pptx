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8" r:id="rId3"/>
    <p:sldId id="265" r:id="rId4"/>
    <p:sldId id="266" r:id="rId5"/>
    <p:sldId id="267" r:id="rId6"/>
    <p:sldId id="268" r:id="rId7"/>
    <p:sldId id="269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ecb4f0fa3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ecb4f0fa3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93347E27-9347-E14A-5277-C49C1D824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C9FA4F3A-D0D8-CC7F-2419-0A93C48FD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333315D0-B8BE-2166-8906-17606BA95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5806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B2D6C3D2-56B1-F830-CC42-2EC707A8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54BDE184-7A7D-D45C-9CD6-80DDA8D346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15128885-B5D4-3602-4221-F04E8C9946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0009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FFC5DF81-988D-05D3-89FE-48F1262A2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6CD3342D-504F-B544-E3F3-4F259B1CB5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A3EF0777-40E6-1011-62ED-9B2F330E4F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5778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6DB0295C-9302-E1A8-B34A-6C42545DF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6AB438A8-CFB3-C089-67DA-B7C9B7EA9B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9C9561E9-CF49-C5C4-96CC-ABCB6D75B7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3603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Programming </a:t>
            </a:r>
            <a:r>
              <a:rPr lang="en-US" dirty="0"/>
              <a:t>Language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2CCDA0-EB04-0B6C-5463-6C1D3A8F42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JavaScript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400" y="4520775"/>
            <a:ext cx="1183600" cy="5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What is Java Script?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E1A72-ECE7-EAF5-67AF-A12343ABC290}"/>
              </a:ext>
            </a:extLst>
          </p:cNvPr>
          <p:cNvSpPr txBox="1"/>
          <p:nvPr/>
        </p:nvSpPr>
        <p:spPr>
          <a:xfrm>
            <a:off x="154367" y="949842"/>
            <a:ext cx="8826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buNone/>
            </a:pPr>
            <a:r>
              <a:rPr lang="en-US" sz="1800" b="1" dirty="0"/>
              <a:t>	JavaScript</a:t>
            </a:r>
            <a:r>
              <a:rPr lang="en-US" sz="1800" dirty="0"/>
              <a:t> is a </a:t>
            </a:r>
            <a:r>
              <a:rPr lang="en-US" sz="1800" b="1" dirty="0"/>
              <a:t>high-level, interpreted programming language</a:t>
            </a:r>
            <a:r>
              <a:rPr lang="en-US" sz="1800" dirty="0"/>
              <a:t> that allows you to create </a:t>
            </a:r>
            <a:r>
              <a:rPr lang="en-US" sz="1800" b="1" dirty="0"/>
              <a:t>interactive and dynamic content</a:t>
            </a:r>
            <a:r>
              <a:rPr lang="en-US" sz="1800" dirty="0"/>
              <a:t> on websites. It is one of the core technologies of the web, alongside </a:t>
            </a:r>
            <a:r>
              <a:rPr lang="en-US" sz="1800" b="1" dirty="0"/>
              <a:t>HTML</a:t>
            </a:r>
            <a:r>
              <a:rPr lang="en-US" sz="1800" dirty="0"/>
              <a:t> and </a:t>
            </a:r>
            <a:r>
              <a:rPr lang="en-US" sz="1800" b="1" dirty="0"/>
              <a:t>CSS</a:t>
            </a:r>
            <a:r>
              <a:rPr lang="en-US" sz="1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Created by </a:t>
            </a:r>
            <a:r>
              <a:rPr lang="en-US" sz="1800" b="1" dirty="0"/>
              <a:t>Brendan Eich</a:t>
            </a:r>
            <a:r>
              <a:rPr lang="en-US" sz="1800" dirty="0"/>
              <a:t> in 1995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Originally designed to run in web browsers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Now runs on servers too (e.g., with </a:t>
            </a:r>
            <a:r>
              <a:rPr lang="en-US" sz="1800" b="1" dirty="0"/>
              <a:t>Node.js</a:t>
            </a:r>
            <a:r>
              <a:rPr lang="en-US" sz="1800" dirty="0"/>
              <a:t>)</a:t>
            </a:r>
          </a:p>
          <a:p>
            <a:endParaRPr lang="en-IN" sz="1800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Key Features of JavaScript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731487F-E0B3-EFC8-2648-D51A885C9C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087434"/>
              </p:ext>
            </p:extLst>
          </p:nvPr>
        </p:nvGraphicFramePr>
        <p:xfrm>
          <a:off x="991892" y="949842"/>
          <a:ext cx="7082726" cy="38623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41363">
                  <a:extLst>
                    <a:ext uri="{9D8B030D-6E8A-4147-A177-3AD203B41FA5}">
                      <a16:colId xmlns:a16="http://schemas.microsoft.com/office/drawing/2014/main" val="3934230619"/>
                    </a:ext>
                  </a:extLst>
                </a:gridCol>
                <a:gridCol w="3541363">
                  <a:extLst>
                    <a:ext uri="{9D8B030D-6E8A-4147-A177-3AD203B41FA5}">
                      <a16:colId xmlns:a16="http://schemas.microsoft.com/office/drawing/2014/main" val="3502637698"/>
                    </a:ext>
                  </a:extLst>
                </a:gridCol>
              </a:tblGrid>
              <a:tr h="356589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4440129"/>
                  </a:ext>
                </a:extLst>
              </a:tr>
              <a:tr h="524867">
                <a:tc>
                  <a:txBody>
                    <a:bodyPr/>
                    <a:lstStyle/>
                    <a:p>
                      <a:r>
                        <a:rPr lang="en-US"/>
                        <a:t>Interpreted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Executed line-by-line by the browser without needing compilation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202514"/>
                  </a:ext>
                </a:extLst>
              </a:tr>
              <a:tr h="524867">
                <a:tc>
                  <a:txBody>
                    <a:bodyPr/>
                    <a:lstStyle/>
                    <a:p>
                      <a:r>
                        <a:rPr lang="en-US" dirty="0"/>
                        <a:t>Dynamically Typed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Variables do not require a type declaration (e.g., let x = 10;)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462876"/>
                  </a:ext>
                </a:extLst>
              </a:tr>
              <a:tr h="356589">
                <a:tc>
                  <a:txBody>
                    <a:bodyPr/>
                    <a:lstStyle/>
                    <a:p>
                      <a:r>
                        <a:rPr lang="en-US" dirty="0"/>
                        <a:t>Lightweight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Minimal syntax with powerful capabilities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8752843"/>
                  </a:ext>
                </a:extLst>
              </a:tr>
              <a:tr h="524867">
                <a:tc>
                  <a:txBody>
                    <a:bodyPr/>
                    <a:lstStyle/>
                    <a:p>
                      <a:r>
                        <a:rPr lang="en-US"/>
                        <a:t>Multi-Paradigm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Supports object-oriented, imperative, and functional programming styles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4879055"/>
                  </a:ext>
                </a:extLst>
              </a:tr>
              <a:tr h="524867">
                <a:tc>
                  <a:txBody>
                    <a:bodyPr/>
                    <a:lstStyle/>
                    <a:p>
                      <a:r>
                        <a:rPr lang="en-US"/>
                        <a:t>First-Class Functions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Functions are treated like variables; can be passed as arguments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328965"/>
                  </a:ext>
                </a:extLst>
              </a:tr>
              <a:tr h="524867">
                <a:tc>
                  <a:txBody>
                    <a:bodyPr/>
                    <a:lstStyle/>
                    <a:p>
                      <a:r>
                        <a:rPr lang="en-US"/>
                        <a:t>Event-Driven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JavaScript can respond to user events like clicks, keypresses,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466828"/>
                  </a:ext>
                </a:extLst>
              </a:tr>
              <a:tr h="524867">
                <a:tc>
                  <a:txBody>
                    <a:bodyPr/>
                    <a:lstStyle/>
                    <a:p>
                      <a:r>
                        <a:rPr lang="en-US"/>
                        <a:t>Platform Independent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Runs in any modern web browser (Chrome, Firefox, Safari, etc.)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6131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36D3BEE-1011-F9E0-428A-46C7B9FFF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1E949372-58EC-6E30-CFC6-3728E7D940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Why Use JavaScript?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5D48C-FC98-49A9-ADEB-B15A54DDD646}"/>
              </a:ext>
            </a:extLst>
          </p:cNvPr>
          <p:cNvSpPr txBox="1">
            <a:spLocks/>
          </p:cNvSpPr>
          <p:nvPr/>
        </p:nvSpPr>
        <p:spPr>
          <a:xfrm>
            <a:off x="348713" y="867906"/>
            <a:ext cx="8576137" cy="354911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create interactive web pages (e.g., sliders, forms, pop-ups)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manipulate the DOM (Document Object Model)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validate form input on the client side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communicate with servers (AJAX, Fetch API)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create single-page applications (SPAs)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build full-stack apps using tools like Node.js</a:t>
            </a:r>
          </a:p>
        </p:txBody>
      </p:sp>
    </p:spTree>
    <p:extLst>
      <p:ext uri="{BB962C8B-B14F-4D97-AF65-F5344CB8AC3E}">
        <p14:creationId xmlns:p14="http://schemas.microsoft.com/office/powerpoint/2010/main" val="2184614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01D3D67A-46BD-9129-CA61-BF78DFBE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A48A8C40-29AD-AB3B-85A9-0D6A09CD72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000" dirty="0"/>
              <a:t>Where Does JavaScript Run?</a:t>
            </a:r>
            <a:endParaRPr sz="20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5247662-0C18-413C-BA62-BAC5B125DA5D}"/>
              </a:ext>
            </a:extLst>
          </p:cNvPr>
          <p:cNvSpPr txBox="1">
            <a:spLocks/>
          </p:cNvSpPr>
          <p:nvPr/>
        </p:nvSpPr>
        <p:spPr>
          <a:xfrm>
            <a:off x="565688" y="891154"/>
            <a:ext cx="8175356" cy="386682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/>
              <a:t>In the Browser: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Runs inside the browser engine (e.g., V8 in Chrome)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Accesses and manipulates web page elements via the DOM</a:t>
            </a:r>
          </a:p>
          <a:p>
            <a:r>
              <a:rPr lang="en-US" b="1" dirty="0"/>
              <a:t>On the Server: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Node.js</a:t>
            </a:r>
            <a:r>
              <a:rPr lang="en-US" dirty="0"/>
              <a:t> allows JavaScript to run outside the browser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for building scalable network applications and APIs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5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23698AD6-1B4D-D4D5-DB35-83BD949C4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DD7BE-4D1F-4F63-AE26-E4652B31F514}"/>
              </a:ext>
            </a:extLst>
          </p:cNvPr>
          <p:cNvSpPr txBox="1">
            <a:spLocks/>
          </p:cNvSpPr>
          <p:nvPr/>
        </p:nvSpPr>
        <p:spPr>
          <a:xfrm>
            <a:off x="317715" y="782664"/>
            <a:ext cx="11186897" cy="588980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/>
              <a:t>How JavaScript Works in a Browser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HTML page loads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browser parses and renders HTML and CSS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it encounters a &lt;script&gt;, JavaScript is executed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JavaScript can manipulate HTML/CSS through the DOM</a:t>
            </a:r>
          </a:p>
          <a:p>
            <a:endParaRPr lang="en-US" dirty="0"/>
          </a:p>
          <a:p>
            <a:r>
              <a:rPr lang="en-US" b="1" dirty="0"/>
              <a:t>JavaScript vs. Other Web Technologies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D254445-7B54-42BC-A029-519D541F4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055064"/>
              </p:ext>
            </p:extLst>
          </p:nvPr>
        </p:nvGraphicFramePr>
        <p:xfrm>
          <a:off x="623077" y="2571750"/>
          <a:ext cx="8128000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07943894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910466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174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HTML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Structure of the web page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7866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Styling and layout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0100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JavaScript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Behavior and interactivity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3101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808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5F1E17E2-AFB3-2C7E-FA14-D201B13D4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6A266D-E061-4F1D-9C6F-3F09C4FB8C21}"/>
              </a:ext>
            </a:extLst>
          </p:cNvPr>
          <p:cNvSpPr txBox="1">
            <a:spLocks/>
          </p:cNvSpPr>
          <p:nvPr/>
        </p:nvSpPr>
        <p:spPr>
          <a:xfrm>
            <a:off x="371959" y="808383"/>
            <a:ext cx="8369085" cy="369387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/>
              <a:t>Common Use Cases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Form validation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Image sliders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Pop-ups and modals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Fetching data from APIs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Animations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Building SPAs (React, Angular, Vue)</a:t>
            </a:r>
          </a:p>
          <a:p>
            <a:r>
              <a:rPr lang="en-US" b="1" dirty="0"/>
              <a:t>Common Misconceptions</a:t>
            </a:r>
          </a:p>
          <a:p>
            <a:endParaRPr lang="en-US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832FA75-653D-450F-A378-BA5C54AB0C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386751"/>
              </p:ext>
            </p:extLst>
          </p:nvPr>
        </p:nvGraphicFramePr>
        <p:xfrm>
          <a:off x="796815" y="3077094"/>
          <a:ext cx="8128000" cy="1778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3192601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127137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Misconception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Truth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7013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JavaScript is related to 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They are different languages with different purposes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313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JavaScript is only for browsers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JS can also run on servers using Node.js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491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You must compile JavaScript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JavaScript is interpreted by the browser without a compiler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6912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2457425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1047</TotalTime>
  <Words>415</Words>
  <Application>Microsoft Office PowerPoint</Application>
  <PresentationFormat>On-screen Show (16:9)</PresentationFormat>
  <Paragraphs>69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Arial</vt:lpstr>
      <vt:lpstr>Roboto</vt:lpstr>
      <vt:lpstr>Material</vt:lpstr>
      <vt:lpstr>Introduction to JavaScript</vt:lpstr>
      <vt:lpstr>What is Java Script?</vt:lpstr>
      <vt:lpstr>Key Features of JavaScript</vt:lpstr>
      <vt:lpstr>Why Use JavaScript?</vt:lpstr>
      <vt:lpstr>Where Does JavaScript Run?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22</cp:revision>
  <dcterms:modified xsi:type="dcterms:W3CDTF">2025-08-25T05:28:02Z</dcterms:modified>
</cp:coreProperties>
</file>