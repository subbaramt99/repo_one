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65" r:id="rId3"/>
    <p:sldId id="272" r:id="rId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25" autoAdjust="0"/>
  </p:normalViewPr>
  <p:slideViewPr>
    <p:cSldViewPr snapToGrid="0">
      <p:cViewPr varScale="1">
        <p:scale>
          <a:sx n="81" d="100"/>
          <a:sy n="81" d="100"/>
        </p:scale>
        <p:origin x="86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TypeScript Basics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 Overview of TypeScript for Beginners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is TypeScript?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98250" y="673388"/>
            <a:ext cx="882660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Superset of JavaScript developed by Microsoft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Adds static typing and modern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Compiles to plain JavaScript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Runs in browsers, Node.js, or any JS environment</a:t>
            </a:r>
          </a:p>
          <a:p>
            <a:endParaRPr lang="en-US" b="1" dirty="0"/>
          </a:p>
          <a:p>
            <a:r>
              <a:rPr lang="en-US" b="1" dirty="0"/>
              <a:t>Key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Static Typing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Interfaces for object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Classes &amp; OOP (Inheritance, Access Modifiers)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Generics for reusable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Enums for named constants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Type Inference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100% JavaScript compatibility</a:t>
            </a:r>
          </a:p>
          <a:p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Example: JavaScript vs TypeScript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09331-751D-A481-8F41-BF4B8B25D55F}"/>
              </a:ext>
            </a:extLst>
          </p:cNvPr>
          <p:cNvSpPr txBox="1"/>
          <p:nvPr/>
        </p:nvSpPr>
        <p:spPr>
          <a:xfrm>
            <a:off x="3452038" y="1902641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3268C-CC4E-FAA5-77AA-391BFE355C83}"/>
              </a:ext>
            </a:extLst>
          </p:cNvPr>
          <p:cNvSpPr txBox="1"/>
          <p:nvPr/>
        </p:nvSpPr>
        <p:spPr>
          <a:xfrm>
            <a:off x="3537098" y="4039408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02E7-8F99-5FD4-424B-E4D332B9D5E3}"/>
              </a:ext>
            </a:extLst>
          </p:cNvPr>
          <p:cNvSpPr txBox="1"/>
          <p:nvPr/>
        </p:nvSpPr>
        <p:spPr>
          <a:xfrm>
            <a:off x="515319" y="743860"/>
            <a:ext cx="8113362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JavaScript:</a:t>
            </a:r>
          </a:p>
          <a:p>
            <a:r>
              <a:rPr lang="en-US" dirty="0"/>
              <a:t>function add(a, b) { return a + b; }</a:t>
            </a:r>
          </a:p>
          <a:p>
            <a:r>
              <a:rPr lang="en-US" dirty="0"/>
              <a:t>add(10, '20'); // outputs '1020'</a:t>
            </a:r>
          </a:p>
          <a:p>
            <a:endParaRPr lang="en-US" dirty="0"/>
          </a:p>
          <a:p>
            <a:r>
              <a:rPr lang="en-US" dirty="0"/>
              <a:t>TypeScript:</a:t>
            </a:r>
          </a:p>
          <a:p>
            <a:r>
              <a:rPr lang="en-US" dirty="0"/>
              <a:t>function add(a: number, b: number): number {</a:t>
            </a:r>
          </a:p>
          <a:p>
            <a:r>
              <a:rPr lang="en-US" dirty="0"/>
              <a:t>  return a + b;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add(10, 20); // outputs 30</a:t>
            </a:r>
          </a:p>
          <a:p>
            <a:r>
              <a:rPr lang="en-US" dirty="0"/>
              <a:t>// add(10, '20'); // Error at compile time</a:t>
            </a:r>
          </a:p>
          <a:p>
            <a:endParaRPr lang="en-US" dirty="0"/>
          </a:p>
          <a:p>
            <a:r>
              <a:rPr lang="en-US" b="1" dirty="0"/>
              <a:t>Advantages of TypeScript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Catches errors at compile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Improves readability and maintainability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Great for large-scale projects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Strong OOP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Supported by frameworks (Angular, React, Node.js)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180</Words>
  <Application>Microsoft Office PowerPoint</Application>
  <PresentationFormat>On-screen Show (16:9)</PresentationFormat>
  <Paragraphs>36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Roboto</vt:lpstr>
      <vt:lpstr>Calibri</vt:lpstr>
      <vt:lpstr>Arial</vt:lpstr>
      <vt:lpstr>Material</vt:lpstr>
      <vt:lpstr>TypeScript Basics</vt:lpstr>
      <vt:lpstr>What is TypeScript?</vt:lpstr>
      <vt:lpstr>Example: JavaScript vs TypeScript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73</cp:revision>
  <dcterms:modified xsi:type="dcterms:W3CDTF">2025-08-25T06:42:46Z</dcterms:modified>
</cp:coreProperties>
</file>