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5" r:id="rId3"/>
    <p:sldId id="272" r:id="rId4"/>
    <p:sldId id="273" r:id="rId5"/>
    <p:sldId id="274" r:id="rId6"/>
    <p:sldId id="275" r:id="rId7"/>
    <p:sldId id="276" r:id="rId8"/>
    <p:sldId id="277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25" autoAdjust="0"/>
  </p:normalViewPr>
  <p:slideViewPr>
    <p:cSldViewPr snapToGrid="0">
      <p:cViewPr varScale="1">
        <p:scale>
          <a:sx n="81" d="100"/>
          <a:sy n="81" d="100"/>
        </p:scale>
        <p:origin x="8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Asynchronous JavaScript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JavaScript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What is Asynchronous JavaScript?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0C32-DAB8-5D47-AD30-529D495F3464}"/>
              </a:ext>
            </a:extLst>
          </p:cNvPr>
          <p:cNvSpPr txBox="1"/>
          <p:nvPr/>
        </p:nvSpPr>
        <p:spPr>
          <a:xfrm>
            <a:off x="98250" y="673388"/>
            <a:ext cx="88266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JavaScript is </a:t>
            </a:r>
            <a:r>
              <a:rPr lang="en-US" b="1" dirty="0"/>
              <a:t>single-threaded</a:t>
            </a:r>
            <a:r>
              <a:rPr lang="en-US" dirty="0"/>
              <a:t>, meaning it executes code line by line. But not all tasks (like API calls or file reading) complete instantly.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avoid blocking the main thread, JavaScript supports </a:t>
            </a:r>
            <a:r>
              <a:rPr lang="en-US" b="1" dirty="0"/>
              <a:t>asynchronous programming</a:t>
            </a:r>
            <a:r>
              <a:rPr lang="en-US" dirty="0"/>
              <a:t>, allowing the program to keep running while waiting for tasks to complete.</a:t>
            </a: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b="1" dirty="0"/>
              <a:t>Synchronous vs Asynchronous</a:t>
            </a:r>
          </a:p>
          <a:p>
            <a:pPr marL="0" indent="0">
              <a:buNone/>
            </a:pPr>
            <a:r>
              <a:rPr lang="en-US" b="1" dirty="0"/>
              <a:t>Synchronous (Blocking)</a:t>
            </a:r>
          </a:p>
          <a:p>
            <a:pPr marL="0" indent="0">
              <a:buNone/>
            </a:pPr>
            <a:r>
              <a:rPr lang="en-US" dirty="0"/>
              <a:t>	console.log("Start");</a:t>
            </a:r>
          </a:p>
          <a:p>
            <a:pPr marL="0" indent="0">
              <a:buNone/>
            </a:pPr>
            <a:r>
              <a:rPr lang="en-US" dirty="0"/>
              <a:t>	alert("This blocks further code");</a:t>
            </a:r>
          </a:p>
          <a:p>
            <a:pPr marL="0" indent="0">
              <a:buNone/>
            </a:pPr>
            <a:r>
              <a:rPr lang="en-US" dirty="0"/>
              <a:t>	console.log("End");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Start</a:t>
            </a:r>
          </a:p>
          <a:p>
            <a:pPr marL="0" indent="0">
              <a:buNone/>
            </a:pPr>
            <a:r>
              <a:rPr lang="en-US" dirty="0"/>
              <a:t>	[Waits for user input]</a:t>
            </a:r>
          </a:p>
          <a:p>
            <a:pPr marL="0" indent="0">
              <a:buNone/>
            </a:pPr>
            <a:r>
              <a:rPr lang="en-US" dirty="0"/>
              <a:t>	End</a:t>
            </a:r>
          </a:p>
          <a:p>
            <a:endParaRPr lang="en-IN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…continue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09331-751D-A481-8F41-BF4B8B25D55F}"/>
              </a:ext>
            </a:extLst>
          </p:cNvPr>
          <p:cNvSpPr txBox="1"/>
          <p:nvPr/>
        </p:nvSpPr>
        <p:spPr>
          <a:xfrm>
            <a:off x="3452038" y="1902641"/>
            <a:ext cx="1871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3268C-CC4E-FAA5-77AA-391BFE355C83}"/>
              </a:ext>
            </a:extLst>
          </p:cNvPr>
          <p:cNvSpPr txBox="1"/>
          <p:nvPr/>
        </p:nvSpPr>
        <p:spPr>
          <a:xfrm>
            <a:off x="3537098" y="4039408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02E7-8F99-5FD4-424B-E4D332B9D5E3}"/>
              </a:ext>
            </a:extLst>
          </p:cNvPr>
          <p:cNvSpPr txBox="1"/>
          <p:nvPr/>
        </p:nvSpPr>
        <p:spPr>
          <a:xfrm>
            <a:off x="515319" y="743860"/>
            <a:ext cx="811336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Asynchronous (Non-Blocking)</a:t>
            </a:r>
          </a:p>
          <a:p>
            <a:pPr marL="0" indent="0">
              <a:buNone/>
            </a:pPr>
            <a:r>
              <a:rPr lang="en-US" dirty="0"/>
              <a:t>	console.log("Start");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setTimeout</a:t>
            </a:r>
            <a:r>
              <a:rPr lang="en-US" dirty="0"/>
              <a:t>(() =&gt; {</a:t>
            </a:r>
          </a:p>
          <a:p>
            <a:pPr marL="0" indent="0">
              <a:buNone/>
            </a:pPr>
            <a:r>
              <a:rPr lang="en-US" dirty="0"/>
              <a:t>	  console.log("After 2 seconds");</a:t>
            </a:r>
          </a:p>
          <a:p>
            <a:pPr marL="0" indent="0">
              <a:buNone/>
            </a:pPr>
            <a:r>
              <a:rPr lang="en-US" dirty="0"/>
              <a:t>	}, 2000);</a:t>
            </a:r>
          </a:p>
          <a:p>
            <a:pPr marL="0" indent="0">
              <a:buNone/>
            </a:pPr>
            <a:r>
              <a:rPr lang="en-US" dirty="0"/>
              <a:t>	console.log("End");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Start</a:t>
            </a:r>
          </a:p>
          <a:p>
            <a:pPr marL="0" indent="0">
              <a:buNone/>
            </a:pPr>
            <a:r>
              <a:rPr lang="en-US" dirty="0"/>
              <a:t>	End</a:t>
            </a:r>
          </a:p>
          <a:p>
            <a:pPr marL="0" indent="0">
              <a:buNone/>
            </a:pPr>
            <a:r>
              <a:rPr lang="en-US" dirty="0"/>
              <a:t>	After 2 seconds</a:t>
            </a:r>
          </a:p>
          <a:p>
            <a:pPr marL="0" indent="0">
              <a:buNone/>
            </a:pPr>
            <a:r>
              <a:rPr lang="en-US" dirty="0"/>
              <a:t>JS continues executing without waiting for the timeout.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BF91C-0D73-ECB0-BAED-4C223821C55E}"/>
              </a:ext>
            </a:extLst>
          </p:cNvPr>
          <p:cNvSpPr txBox="1"/>
          <p:nvPr/>
        </p:nvSpPr>
        <p:spPr>
          <a:xfrm>
            <a:off x="299545" y="953815"/>
            <a:ext cx="853702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 err="1"/>
              <a:t>setTimeout</a:t>
            </a:r>
            <a:r>
              <a:rPr lang="en-US" b="1" dirty="0"/>
              <a:t>(function, delay)</a:t>
            </a:r>
          </a:p>
          <a:p>
            <a:pPr marL="0" indent="0">
              <a:buNone/>
            </a:pPr>
            <a:r>
              <a:rPr lang="en-US" dirty="0"/>
              <a:t>Executes once after a delay (in </a:t>
            </a:r>
            <a:r>
              <a:rPr lang="en-US" dirty="0" err="1"/>
              <a:t>ms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setTimeout</a:t>
            </a:r>
            <a:r>
              <a:rPr lang="en-US" dirty="0"/>
              <a:t>(() =&gt; {</a:t>
            </a:r>
          </a:p>
          <a:p>
            <a:pPr marL="0" indent="0">
              <a:buNone/>
            </a:pPr>
            <a:r>
              <a:rPr lang="en-US" dirty="0"/>
              <a:t>	  console.log("Hello after 1 second");</a:t>
            </a:r>
          </a:p>
          <a:p>
            <a:pPr marL="0" indent="0">
              <a:buNone/>
            </a:pPr>
            <a:r>
              <a:rPr lang="en-US" dirty="0"/>
              <a:t>	}, 1000);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setInterval</a:t>
            </a:r>
            <a:r>
              <a:rPr lang="en-US" b="1" dirty="0"/>
              <a:t>(function, delay)</a:t>
            </a:r>
          </a:p>
          <a:p>
            <a:pPr marL="0" indent="0">
              <a:buNone/>
            </a:pPr>
            <a:r>
              <a:rPr lang="en-US" dirty="0"/>
              <a:t>Repeats execution at intervals: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setInterval</a:t>
            </a:r>
            <a:r>
              <a:rPr lang="en-US" dirty="0"/>
              <a:t>(() =&gt; {</a:t>
            </a:r>
          </a:p>
          <a:p>
            <a:pPr marL="0" indent="0">
              <a:buNone/>
            </a:pPr>
            <a:r>
              <a:rPr lang="en-US" dirty="0"/>
              <a:t>	  console.log("Repeats every 2 seconds");</a:t>
            </a:r>
          </a:p>
          <a:p>
            <a:pPr marL="0" indent="0">
              <a:buNone/>
            </a:pPr>
            <a:r>
              <a:rPr lang="en-US" dirty="0"/>
              <a:t>	}, 2000);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AE9DA4A2-CD99-DD39-A5FD-2B4D4790D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err="1"/>
              <a:t>setTimeout</a:t>
            </a:r>
            <a:r>
              <a:rPr lang="en-US" dirty="0"/>
              <a:t>() and </a:t>
            </a:r>
            <a:r>
              <a:rPr lang="en-US" dirty="0" err="1"/>
              <a:t>setInterval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1079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20C3E8-1F0F-1F28-68BF-11280CC20867}"/>
              </a:ext>
            </a:extLst>
          </p:cNvPr>
          <p:cNvSpPr txBox="1"/>
          <p:nvPr/>
        </p:nvSpPr>
        <p:spPr>
          <a:xfrm>
            <a:off x="315310" y="906517"/>
            <a:ext cx="841090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A callback is a function passed into another function to run after a task completes.</a:t>
            </a:r>
          </a:p>
          <a:p>
            <a:pPr marL="400050" lvl="1" indent="0">
              <a:buNone/>
            </a:pPr>
            <a:r>
              <a:rPr lang="en-US" dirty="0"/>
              <a:t>function </a:t>
            </a:r>
            <a:r>
              <a:rPr lang="en-US" dirty="0" err="1"/>
              <a:t>greetUser</a:t>
            </a:r>
            <a:r>
              <a:rPr lang="en-US" dirty="0"/>
              <a:t>(name, callback) {</a:t>
            </a:r>
          </a:p>
          <a:p>
            <a:pPr marL="400050" lvl="1" indent="0">
              <a:buNone/>
            </a:pPr>
            <a:r>
              <a:rPr lang="en-US" dirty="0"/>
              <a:t>  console.log("Hi " + name);</a:t>
            </a:r>
          </a:p>
          <a:p>
            <a:pPr marL="400050" lvl="1" indent="0">
              <a:buNone/>
            </a:pPr>
            <a:r>
              <a:rPr lang="en-US" dirty="0"/>
              <a:t>  callback();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 err="1"/>
              <a:t>greetUser</a:t>
            </a:r>
            <a:r>
              <a:rPr lang="en-US" dirty="0"/>
              <a:t>("Alice", function () {</a:t>
            </a:r>
          </a:p>
          <a:p>
            <a:pPr marL="400050" lvl="1" indent="0">
              <a:buNone/>
            </a:pPr>
            <a:r>
              <a:rPr lang="en-US" dirty="0"/>
              <a:t>  console.log("Callback executed!");</a:t>
            </a:r>
          </a:p>
          <a:p>
            <a:pPr marL="400050" lvl="1" indent="0">
              <a:buNone/>
            </a:pPr>
            <a:r>
              <a:rPr lang="en-US" dirty="0"/>
              <a:t>});</a:t>
            </a:r>
          </a:p>
          <a:p>
            <a:pPr marL="400050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Callbacks can get messy:</a:t>
            </a:r>
          </a:p>
          <a:p>
            <a:pPr marL="0" indent="0">
              <a:buNone/>
            </a:pPr>
            <a:r>
              <a:rPr lang="en-US" dirty="0"/>
              <a:t>Known as callback hell or "pyramid of doom".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AE8BC1B7-7184-2A13-AE92-D7189FD180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Callback Functions</a:t>
            </a:r>
          </a:p>
        </p:txBody>
      </p:sp>
    </p:spTree>
    <p:extLst>
      <p:ext uri="{BB962C8B-B14F-4D97-AF65-F5344CB8AC3E}">
        <p14:creationId xmlns:p14="http://schemas.microsoft.com/office/powerpoint/2010/main" val="356540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39130A-7B5C-3F0A-D4C8-86083A927328}"/>
              </a:ext>
            </a:extLst>
          </p:cNvPr>
          <p:cNvSpPr txBox="1"/>
          <p:nvPr/>
        </p:nvSpPr>
        <p:spPr>
          <a:xfrm>
            <a:off x="235153" y="909756"/>
            <a:ext cx="855279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What is a Promise?</a:t>
            </a:r>
          </a:p>
          <a:p>
            <a:pPr marL="0" indent="0">
              <a:buNone/>
            </a:pPr>
            <a:r>
              <a:rPr lang="en-US" dirty="0"/>
              <a:t>A Promise represents a value that may be available now, later, or never.</a:t>
            </a:r>
          </a:p>
          <a:p>
            <a:pPr marL="0" indent="0">
              <a:buNone/>
            </a:pPr>
            <a:r>
              <a:rPr lang="en-US" dirty="0"/>
              <a:t>States: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Pending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Resolved (fulfilled)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Rejected</a:t>
            </a:r>
          </a:p>
          <a:p>
            <a:pPr marL="0" indent="0">
              <a:buNone/>
            </a:pPr>
            <a:r>
              <a:rPr lang="en-US" b="1" dirty="0"/>
              <a:t>Creating a Promise:</a:t>
            </a:r>
          </a:p>
          <a:p>
            <a:pPr marL="400050" lvl="1" indent="0">
              <a:buNone/>
            </a:pPr>
            <a:r>
              <a:rPr lang="en-US" dirty="0"/>
              <a:t>let promise = new Promise(function (resolve, reject) {</a:t>
            </a:r>
          </a:p>
          <a:p>
            <a:pPr marL="400050" lvl="1" indent="0">
              <a:buNone/>
            </a:pPr>
            <a:r>
              <a:rPr lang="en-US" dirty="0"/>
              <a:t>  let success = true;</a:t>
            </a:r>
          </a:p>
          <a:p>
            <a:pPr marL="400050" lvl="1" indent="0">
              <a:buNone/>
            </a:pPr>
            <a:r>
              <a:rPr lang="en-US" dirty="0"/>
              <a:t>  if (success) {</a:t>
            </a:r>
          </a:p>
          <a:p>
            <a:pPr marL="400050" lvl="1" indent="0">
              <a:buNone/>
            </a:pPr>
            <a:r>
              <a:rPr lang="en-US" dirty="0"/>
              <a:t>    resolve("Task completed");</a:t>
            </a:r>
          </a:p>
          <a:p>
            <a:pPr marL="400050" lvl="1" indent="0">
              <a:buNone/>
            </a:pPr>
            <a:r>
              <a:rPr lang="en-US" dirty="0"/>
              <a:t>  } else {</a:t>
            </a:r>
          </a:p>
          <a:p>
            <a:pPr marL="400050" lvl="1" indent="0">
              <a:buNone/>
            </a:pPr>
            <a:r>
              <a:rPr lang="en-US" dirty="0"/>
              <a:t>    reject("Task failed");</a:t>
            </a:r>
          </a:p>
          <a:p>
            <a:pPr marL="400050" lvl="1" indent="0">
              <a:buNone/>
            </a:pPr>
            <a:r>
              <a:rPr lang="en-US" dirty="0"/>
              <a:t>  }</a:t>
            </a:r>
          </a:p>
          <a:p>
            <a:pPr marL="400050" lvl="1" indent="0">
              <a:buNone/>
            </a:pPr>
            <a:r>
              <a:rPr lang="en-US" dirty="0"/>
              <a:t>});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766FEE-89FA-0CFF-96BA-3F685C20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</p:spPr>
        <p:txBody>
          <a:bodyPr/>
          <a:lstStyle/>
          <a:p>
            <a:r>
              <a:rPr lang="en-US" dirty="0"/>
              <a:t>Promises</a:t>
            </a:r>
          </a:p>
        </p:txBody>
      </p:sp>
    </p:spTree>
    <p:extLst>
      <p:ext uri="{BB962C8B-B14F-4D97-AF65-F5344CB8AC3E}">
        <p14:creationId xmlns:p14="http://schemas.microsoft.com/office/powerpoint/2010/main" val="325477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CE9626-FDBB-CE44-A61E-E3FBF22EC376}"/>
              </a:ext>
            </a:extLst>
          </p:cNvPr>
          <p:cNvSpPr txBox="1"/>
          <p:nvPr/>
        </p:nvSpPr>
        <p:spPr>
          <a:xfrm>
            <a:off x="204952" y="874986"/>
            <a:ext cx="8473965" cy="252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Using .then() and .catch()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/>
              <a:t>promise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/>
              <a:t>  .then((result) =&gt; {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/>
              <a:t>    console.log(result);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/>
              <a:t>  })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/>
              <a:t>  .catch((error) =&gt; {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console.error</a:t>
            </a:r>
            <a:r>
              <a:rPr lang="en-US" dirty="0"/>
              <a:t>(error);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/>
              <a:t>  });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A66B1-962D-3301-EC78-BCB53B0A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</p:spPr>
        <p:txBody>
          <a:bodyPr/>
          <a:lstStyle/>
          <a:p>
            <a:r>
              <a:rPr lang="en-IN" dirty="0"/>
              <a:t>…continue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423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BC53-F8FC-B3F4-872D-4F85C62A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Simulated API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776A4-439A-0380-2F5D-0B56C6CDC23F}"/>
              </a:ext>
            </a:extLst>
          </p:cNvPr>
          <p:cNvSpPr txBox="1"/>
          <p:nvPr/>
        </p:nvSpPr>
        <p:spPr>
          <a:xfrm>
            <a:off x="323193" y="969580"/>
            <a:ext cx="834784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fetchData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return new Promise((resolve) =&gt;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setTimeout</a:t>
            </a:r>
            <a:r>
              <a:rPr lang="en-US" dirty="0"/>
              <a:t>(() =&gt; {</a:t>
            </a:r>
          </a:p>
          <a:p>
            <a:pPr marL="0" indent="0">
              <a:buNone/>
            </a:pPr>
            <a:r>
              <a:rPr lang="en-US" dirty="0"/>
              <a:t>      resolve("Data received!");</a:t>
            </a:r>
          </a:p>
          <a:p>
            <a:pPr marL="0" indent="0">
              <a:buNone/>
            </a:pPr>
            <a:r>
              <a:rPr lang="en-US" dirty="0"/>
              <a:t>    }, 2000);</a:t>
            </a:r>
          </a:p>
          <a:p>
            <a:pPr marL="0" indent="0">
              <a:buNone/>
            </a:pPr>
            <a:r>
              <a:rPr lang="en-US" dirty="0"/>
              <a:t>  });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fetchData</a:t>
            </a:r>
            <a:r>
              <a:rPr lang="en-US" dirty="0"/>
              <a:t>().then((data) =&gt; console.log(data));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006844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478</Words>
  <Application>Microsoft Office PowerPoint</Application>
  <PresentationFormat>On-screen Show (16:9)</PresentationFormat>
  <Paragraphs>102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Roboto</vt:lpstr>
      <vt:lpstr>Calibri</vt:lpstr>
      <vt:lpstr>Arial</vt:lpstr>
      <vt:lpstr>Material</vt:lpstr>
      <vt:lpstr>Asynchronous JavaScript</vt:lpstr>
      <vt:lpstr>What is Asynchronous JavaScript?</vt:lpstr>
      <vt:lpstr>…continue</vt:lpstr>
      <vt:lpstr>setTimeout() and setInterval()</vt:lpstr>
      <vt:lpstr>Callback Functions</vt:lpstr>
      <vt:lpstr>Promises</vt:lpstr>
      <vt:lpstr>…continue</vt:lpstr>
      <vt:lpstr>Example: Simulated API Call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70</cp:revision>
  <dcterms:modified xsi:type="dcterms:W3CDTF">2025-08-23T09:50:38Z</dcterms:modified>
</cp:coreProperties>
</file>