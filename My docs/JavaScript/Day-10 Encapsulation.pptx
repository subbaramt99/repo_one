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"/>
  </p:notesMasterIdLst>
  <p:sldIdLst>
    <p:sldId id="256" r:id="rId2"/>
    <p:sldId id="265" r:id="rId3"/>
    <p:sldId id="272" r:id="rId4"/>
  </p:sldIdLst>
  <p:sldSz cx="9144000" cy="5143500" type="screen16x9"/>
  <p:notesSz cx="6858000" cy="9144000"/>
  <p:embeddedFontLst>
    <p:embeddedFont>
      <p:font typeface="Roboto" panose="02000000000000000000" pitchFamily="2" charset="0"/>
      <p:regular r:id="rId6"/>
      <p:bold r:id="rId7"/>
      <p:italic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85F4"/>
    <a:srgbClr val="4286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925" autoAdjust="0"/>
  </p:normalViewPr>
  <p:slideViewPr>
    <p:cSldViewPr snapToGrid="0">
      <p:cViewPr varScale="1">
        <p:scale>
          <a:sx n="81" d="100"/>
          <a:sy n="81" d="100"/>
        </p:scale>
        <p:origin x="86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viewProps" Target="viewProps.xml"/><Relationship Id="rId5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50108157-73E7-1F7A-15CD-348D01B6D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9C5FD5AA-3B28-23AE-6318-197DBA2B82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D6CBEA59-2824-E3B0-EDB1-926AE05EA8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3241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Encapsulation in JavaScript (OOP)</a:t>
            </a:r>
            <a:endParaRPr dirty="0"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Object-Oriented Programming Concept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What is Encapsulation?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330C32-DAB8-5D47-AD30-529D495F3464}"/>
              </a:ext>
            </a:extLst>
          </p:cNvPr>
          <p:cNvSpPr txBox="1"/>
          <p:nvPr/>
        </p:nvSpPr>
        <p:spPr>
          <a:xfrm>
            <a:off x="98250" y="673388"/>
            <a:ext cx="882660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Encapsulation means binding data (variables) and methods into a single unit (class).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hides internal details of an object from the outside world.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Provides controlled access via methods (getters &amp; setters).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Ensures security and prevents unauthorized access.</a:t>
            </a:r>
          </a:p>
          <a:p>
            <a:endParaRPr lang="en-US" dirty="0"/>
          </a:p>
          <a:p>
            <a:pPr lvl="3"/>
            <a:r>
              <a:rPr lang="en-US" b="1" dirty="0"/>
              <a:t>Benefits of Encapsulation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Hiding – restricts direct access to variables.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Better Control – controlled access through methods.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Improved Security – prevents misuse of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Flexibility – changes in code don’t affect outside classes.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Easy Maintenance – organized and modular code.</a:t>
            </a:r>
          </a:p>
          <a:p>
            <a:endParaRPr lang="en-US" dirty="0"/>
          </a:p>
          <a:p>
            <a:r>
              <a:rPr lang="en-US" b="1" dirty="0"/>
              <a:t>Encapsulation in JavaScript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Using Closures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Using ES6 Classes with private fields (#)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Using Getters and Setters</a:t>
            </a:r>
          </a:p>
          <a:p>
            <a:pPr lvl="3"/>
            <a:endParaRPr lang="en-US" i="0" dirty="0">
              <a:solidFill>
                <a:srgbClr val="333333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endParaRPr lang="en-IN" b="1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B120C1A8-6D6C-10CF-6638-895975102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EC957D62-6F88-B9C1-46FE-75FA9FDA0C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b="1" dirty="0"/>
              <a:t>Example: Encapsulation</a:t>
            </a:r>
            <a:br>
              <a:rPr lang="en-US" b="1" dirty="0"/>
            </a:b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209331-751D-A481-8F41-BF4B8B25D55F}"/>
              </a:ext>
            </a:extLst>
          </p:cNvPr>
          <p:cNvSpPr txBox="1"/>
          <p:nvPr/>
        </p:nvSpPr>
        <p:spPr>
          <a:xfrm>
            <a:off x="3452038" y="1902641"/>
            <a:ext cx="18713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Parent class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43268C-CC4E-FAA5-77AA-391BFE355C83}"/>
              </a:ext>
            </a:extLst>
          </p:cNvPr>
          <p:cNvSpPr txBox="1"/>
          <p:nvPr/>
        </p:nvSpPr>
        <p:spPr>
          <a:xfrm>
            <a:off x="3537098" y="4039408"/>
            <a:ext cx="12688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Child class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D402E7-8F99-5FD4-424B-E4D332B9D5E3}"/>
              </a:ext>
            </a:extLst>
          </p:cNvPr>
          <p:cNvSpPr txBox="1"/>
          <p:nvPr/>
        </p:nvSpPr>
        <p:spPr>
          <a:xfrm>
            <a:off x="515319" y="743860"/>
            <a:ext cx="8113362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class Person {</a:t>
            </a:r>
          </a:p>
          <a:p>
            <a:r>
              <a:rPr lang="en-US" dirty="0"/>
              <a:t>  #name;</a:t>
            </a:r>
          </a:p>
          <a:p>
            <a:endParaRPr lang="en-US" dirty="0"/>
          </a:p>
          <a:p>
            <a:r>
              <a:rPr lang="en-US" dirty="0"/>
              <a:t>  constructor(name) {</a:t>
            </a:r>
          </a:p>
          <a:p>
            <a:r>
              <a:rPr lang="en-US" dirty="0"/>
              <a:t>    </a:t>
            </a:r>
            <a:r>
              <a:rPr lang="en-US" dirty="0" err="1"/>
              <a:t>this.#name</a:t>
            </a:r>
            <a:r>
              <a:rPr lang="en-US" dirty="0"/>
              <a:t> = name;</a:t>
            </a:r>
          </a:p>
          <a:p>
            <a:r>
              <a:rPr lang="en-US" dirty="0"/>
              <a:t>  }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getName</a:t>
            </a:r>
            <a:r>
              <a:rPr lang="en-US" dirty="0"/>
              <a:t>() {</a:t>
            </a:r>
          </a:p>
          <a:p>
            <a:r>
              <a:rPr lang="en-US" dirty="0"/>
              <a:t>    return </a:t>
            </a:r>
            <a:r>
              <a:rPr lang="en-US" dirty="0" err="1"/>
              <a:t>this.#name</a:t>
            </a:r>
            <a:r>
              <a:rPr lang="en-US" dirty="0"/>
              <a:t>;</a:t>
            </a:r>
          </a:p>
          <a:p>
            <a:r>
              <a:rPr lang="en-US" dirty="0"/>
              <a:t>  }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setName</a:t>
            </a:r>
            <a:r>
              <a:rPr lang="en-US" dirty="0"/>
              <a:t>(</a:t>
            </a:r>
            <a:r>
              <a:rPr lang="en-US" dirty="0" err="1"/>
              <a:t>newName</a:t>
            </a:r>
            <a:r>
              <a:rPr lang="en-US" dirty="0"/>
              <a:t>) {</a:t>
            </a:r>
          </a:p>
          <a:p>
            <a:r>
              <a:rPr lang="en-US" dirty="0"/>
              <a:t>    </a:t>
            </a:r>
            <a:r>
              <a:rPr lang="en-US" dirty="0" err="1"/>
              <a:t>this.#name</a:t>
            </a:r>
            <a:r>
              <a:rPr lang="en-US" dirty="0"/>
              <a:t> = </a:t>
            </a:r>
            <a:r>
              <a:rPr lang="en-US" dirty="0" err="1"/>
              <a:t>newName</a:t>
            </a:r>
            <a:r>
              <a:rPr lang="en-US" dirty="0"/>
              <a:t>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let p = new Person('Alice');</a:t>
            </a:r>
          </a:p>
          <a:p>
            <a:r>
              <a:rPr lang="en-US" dirty="0"/>
              <a:t>console.log(</a:t>
            </a:r>
            <a:r>
              <a:rPr lang="en-US" dirty="0" err="1"/>
              <a:t>p.getName</a:t>
            </a:r>
            <a:r>
              <a:rPr lang="en-US" dirty="0"/>
              <a:t>()); // Alice</a:t>
            </a:r>
          </a:p>
          <a:p>
            <a:r>
              <a:rPr lang="en-US" dirty="0" err="1"/>
              <a:t>p.setName</a:t>
            </a:r>
            <a:r>
              <a:rPr lang="en-US" dirty="0"/>
              <a:t>('Bob');</a:t>
            </a:r>
          </a:p>
          <a:p>
            <a:r>
              <a:rPr lang="en-US" dirty="0"/>
              <a:t>console.log(</a:t>
            </a:r>
            <a:r>
              <a:rPr lang="en-US" dirty="0" err="1"/>
              <a:t>p.getName</a:t>
            </a:r>
            <a:r>
              <a:rPr lang="en-US" dirty="0"/>
              <a:t>()); // Bob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167891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1129</TotalTime>
  <Words>212</Words>
  <Application>Microsoft Office PowerPoint</Application>
  <PresentationFormat>On-screen Show (16:9)</PresentationFormat>
  <Paragraphs>43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Roboto</vt:lpstr>
      <vt:lpstr>Arial</vt:lpstr>
      <vt:lpstr>Material</vt:lpstr>
      <vt:lpstr>Encapsulation in JavaScript (OOP)</vt:lpstr>
      <vt:lpstr>What is Encapsulation?</vt:lpstr>
      <vt:lpstr>Example: Encapsulation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admin</cp:lastModifiedBy>
  <cp:revision>59</cp:revision>
  <dcterms:modified xsi:type="dcterms:W3CDTF">2025-08-23T08:37:02Z</dcterms:modified>
</cp:coreProperties>
</file>